
<file path=[Content_Types].xml><?xml version="1.0" encoding="utf-8"?>
<Types xmlns="http://schemas.openxmlformats.org/package/2006/content-types">
  <Default Extension="emf" ContentType="image/x-emf"/>
  <Default Extension="jpeg" ContentType="image/jpeg"/>
  <Default Extension="jp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customXml/itemProps1.xml" ContentType="application/vnd.openxmlformats-officedocument.customXmlProperties+xml"/>
  <Override PartName="/customXml/itemProps2.xml" ContentType="application/vnd.openxmlformats-officedocument.customXmlProperties+xml"/>
  <Override PartName="/customXml/itemProps3.xml" ContentType="application/vnd.openxmlformats-officedocument.customXmlProperties+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theme/theme2.xml" ContentType="application/vnd.openxmlformats-officedocument.theme+xml"/>
  <Override PartName="/ppt/changesInfos/changesInfo1.xml" ContentType="application/vnd.ms-powerpoint.changesinfo+xml"/>
  <Override PartName="/ppt/revisionInfo.xml" ContentType="application/vnd.ms-powerpoint.revisioninfo+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5" Type="http://schemas.openxmlformats.org/officeDocument/2006/relationships/custom-properties" Target="docProps/custom.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55" r:id="rId4"/>
  </p:sldMasterIdLst>
  <p:notesMasterIdLst>
    <p:notesMasterId r:id="rId13"/>
  </p:notesMasterIdLst>
  <p:sldIdLst>
    <p:sldId id="256" r:id="rId5"/>
    <p:sldId id="268" r:id="rId6"/>
    <p:sldId id="269" r:id="rId7"/>
    <p:sldId id="271" r:id="rId8"/>
    <p:sldId id="273" r:id="rId9"/>
    <p:sldId id="274" r:id="rId10"/>
    <p:sldId id="270" r:id="rId11"/>
    <p:sldId id="275" r:id="rId12"/>
  </p:sldIdLst>
  <p:sldSz cx="12192000" cy="6858000"/>
  <p:notesSz cx="6858000" cy="9144000"/>
  <p:defaultTextStyle>
    <a:defPPr>
      <a:defRPr lang="nl-NL"/>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clrMru>
    <a:srgbClr val="191915"/>
  </p:clrMru>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70C304B1-D863-443C-99D1-DE1CBE700707}" v="40" dt="2023-02-01T14:00:01.144"/>
  </p1510:revLst>
</p1510:revInfo>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987" autoAdjust="0"/>
    <p:restoredTop sz="94660"/>
  </p:normalViewPr>
  <p:slideViewPr>
    <p:cSldViewPr snapToGrid="0">
      <p:cViewPr varScale="1">
        <p:scale>
          <a:sx n="114" d="100"/>
          <a:sy n="114" d="100"/>
        </p:scale>
        <p:origin x="414" y="102"/>
      </p:cViewPr>
      <p:guideLst/>
    </p:cSldViewPr>
  </p:slideViewPr>
  <p:notesTextViewPr>
    <p:cViewPr>
      <p:scale>
        <a:sx n="3" d="2"/>
        <a:sy n="3" d="2"/>
      </p:scale>
      <p:origin x="0" y="0"/>
    </p:cViewPr>
  </p:notesText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4.xml"/><Relationship Id="rId13" Type="http://schemas.openxmlformats.org/officeDocument/2006/relationships/notesMaster" Target="notesMasters/notesMaster1.xml"/><Relationship Id="rId18" Type="http://schemas.microsoft.com/office/2016/11/relationships/changesInfo" Target="changesInfos/changesInfo1.xml"/><Relationship Id="rId3" Type="http://schemas.openxmlformats.org/officeDocument/2006/relationships/customXml" Target="../customXml/item3.xml"/><Relationship Id="rId7" Type="http://schemas.openxmlformats.org/officeDocument/2006/relationships/slide" Target="slides/slide3.xml"/><Relationship Id="rId12" Type="http://schemas.openxmlformats.org/officeDocument/2006/relationships/slide" Target="slides/slide8.xml"/><Relationship Id="rId17" Type="http://schemas.openxmlformats.org/officeDocument/2006/relationships/tableStyles" Target="tableStyles.xml"/><Relationship Id="rId2" Type="http://schemas.openxmlformats.org/officeDocument/2006/relationships/customXml" Target="../customXml/item2.xml"/><Relationship Id="rId16" Type="http://schemas.openxmlformats.org/officeDocument/2006/relationships/theme" Target="theme/theme1.xml"/><Relationship Id="rId1" Type="http://schemas.openxmlformats.org/officeDocument/2006/relationships/customXml" Target="../customXml/item1.xml"/><Relationship Id="rId6" Type="http://schemas.openxmlformats.org/officeDocument/2006/relationships/slide" Target="slides/slide2.xml"/><Relationship Id="rId11" Type="http://schemas.openxmlformats.org/officeDocument/2006/relationships/slide" Target="slides/slide7.xml"/><Relationship Id="rId5" Type="http://schemas.openxmlformats.org/officeDocument/2006/relationships/slide" Target="slides/slide1.xml"/><Relationship Id="rId15" Type="http://schemas.openxmlformats.org/officeDocument/2006/relationships/viewProps" Target="viewProps.xml"/><Relationship Id="rId10" Type="http://schemas.openxmlformats.org/officeDocument/2006/relationships/slide" Target="slides/slide6.xml"/><Relationship Id="rId19" Type="http://schemas.microsoft.com/office/2015/10/relationships/revisionInfo" Target="revisionInfo.xml"/><Relationship Id="rId4" Type="http://schemas.openxmlformats.org/officeDocument/2006/relationships/slideMaster" Target="slideMasters/slideMaster1.xml"/><Relationship Id="rId9" Type="http://schemas.openxmlformats.org/officeDocument/2006/relationships/slide" Target="slides/slide5.xml"/><Relationship Id="rId14" Type="http://schemas.openxmlformats.org/officeDocument/2006/relationships/presProps" Target="presProps.xml"/></Relationships>
</file>

<file path=ppt/changesInfos/changesInfo1.xml><?xml version="1.0" encoding="utf-8"?>
<pc:chgInfo xmlns:a="http://schemas.openxmlformats.org/drawingml/2006/main" xmlns:r="http://schemas.openxmlformats.org/officeDocument/2006/relationships" xmlns:ac="http://schemas.microsoft.com/office/drawing/2013/main/command" xmlns:pc="http://schemas.microsoft.com/office/powerpoint/2013/main/command">
  <pc:docChgLst>
    <pc:chgData name="Keulen, Johnny van" userId="17483851-914f-4bc4-b2ab-b47fc59b90b6" providerId="ADAL" clId="{70C304B1-D863-443C-99D1-DE1CBE700707}"/>
    <pc:docChg chg="undo custSel addSld delSld modSld">
      <pc:chgData name="Keulen, Johnny van" userId="17483851-914f-4bc4-b2ab-b47fc59b90b6" providerId="ADAL" clId="{70C304B1-D863-443C-99D1-DE1CBE700707}" dt="2023-02-08T14:28:58.544" v="4544" actId="20577"/>
      <pc:docMkLst>
        <pc:docMk/>
      </pc:docMkLst>
      <pc:sldChg chg="addSp modSp mod modTransition">
        <pc:chgData name="Keulen, Johnny van" userId="17483851-914f-4bc4-b2ab-b47fc59b90b6" providerId="ADAL" clId="{70C304B1-D863-443C-99D1-DE1CBE700707}" dt="2023-02-01T13:51:09.212" v="3784"/>
        <pc:sldMkLst>
          <pc:docMk/>
          <pc:sldMk cId="861591745" sldId="256"/>
        </pc:sldMkLst>
        <pc:spChg chg="add mod">
          <ac:chgData name="Keulen, Johnny van" userId="17483851-914f-4bc4-b2ab-b47fc59b90b6" providerId="ADAL" clId="{70C304B1-D863-443C-99D1-DE1CBE700707}" dt="2023-01-30T12:53:15.604" v="136" actId="6549"/>
          <ac:spMkLst>
            <pc:docMk/>
            <pc:sldMk cId="861591745" sldId="256"/>
            <ac:spMk id="5" creationId="{3A2763C4-0FD7-46CC-BE36-07842A79E6AE}"/>
          </ac:spMkLst>
        </pc:spChg>
        <pc:spChg chg="mod">
          <ac:chgData name="Keulen, Johnny van" userId="17483851-914f-4bc4-b2ab-b47fc59b90b6" providerId="ADAL" clId="{70C304B1-D863-443C-99D1-DE1CBE700707}" dt="2023-01-30T12:52:06.558" v="51" actId="1076"/>
          <ac:spMkLst>
            <pc:docMk/>
            <pc:sldMk cId="861591745" sldId="256"/>
            <ac:spMk id="32" creationId="{F554F70C-71EE-49E1-85FA-484F807AF922}"/>
          </ac:spMkLst>
        </pc:spChg>
      </pc:sldChg>
      <pc:sldChg chg="modSp mod modTransition">
        <pc:chgData name="Keulen, Johnny van" userId="17483851-914f-4bc4-b2ab-b47fc59b90b6" providerId="ADAL" clId="{70C304B1-D863-443C-99D1-DE1CBE700707}" dt="2023-02-08T14:24:46.703" v="4521" actId="20577"/>
        <pc:sldMkLst>
          <pc:docMk/>
          <pc:sldMk cId="1570284740" sldId="268"/>
        </pc:sldMkLst>
        <pc:spChg chg="mod">
          <ac:chgData name="Keulen, Johnny van" userId="17483851-914f-4bc4-b2ab-b47fc59b90b6" providerId="ADAL" clId="{70C304B1-D863-443C-99D1-DE1CBE700707}" dt="2023-01-30T12:55:14.615" v="293" actId="20577"/>
          <ac:spMkLst>
            <pc:docMk/>
            <pc:sldMk cId="1570284740" sldId="268"/>
            <ac:spMk id="2" creationId="{F7DF34CF-6130-4B61-B08A-BFC6D1BBFB49}"/>
          </ac:spMkLst>
        </pc:spChg>
        <pc:spChg chg="mod">
          <ac:chgData name="Keulen, Johnny van" userId="17483851-914f-4bc4-b2ab-b47fc59b90b6" providerId="ADAL" clId="{70C304B1-D863-443C-99D1-DE1CBE700707}" dt="2023-02-08T14:24:46.703" v="4521" actId="20577"/>
          <ac:spMkLst>
            <pc:docMk/>
            <pc:sldMk cId="1570284740" sldId="268"/>
            <ac:spMk id="3" creationId="{11A5D2E4-24DA-4A44-936D-6BBA211BA036}"/>
          </ac:spMkLst>
        </pc:spChg>
      </pc:sldChg>
      <pc:sldChg chg="addSp modSp new mod modTransition">
        <pc:chgData name="Keulen, Johnny van" userId="17483851-914f-4bc4-b2ab-b47fc59b90b6" providerId="ADAL" clId="{70C304B1-D863-443C-99D1-DE1CBE700707}" dt="2023-02-08T14:25:23.239" v="4522" actId="6549"/>
        <pc:sldMkLst>
          <pc:docMk/>
          <pc:sldMk cId="3730571300" sldId="269"/>
        </pc:sldMkLst>
        <pc:spChg chg="mod">
          <ac:chgData name="Keulen, Johnny van" userId="17483851-914f-4bc4-b2ab-b47fc59b90b6" providerId="ADAL" clId="{70C304B1-D863-443C-99D1-DE1CBE700707}" dt="2023-02-08T14:25:23.239" v="4522" actId="6549"/>
          <ac:spMkLst>
            <pc:docMk/>
            <pc:sldMk cId="3730571300" sldId="269"/>
            <ac:spMk id="2" creationId="{ECD817B1-6E3D-4232-BB3A-190CCB1E39D0}"/>
          </ac:spMkLst>
        </pc:spChg>
        <pc:spChg chg="mod">
          <ac:chgData name="Keulen, Johnny van" userId="17483851-914f-4bc4-b2ab-b47fc59b90b6" providerId="ADAL" clId="{70C304B1-D863-443C-99D1-DE1CBE700707}" dt="2023-01-30T12:54:59.904" v="258" actId="20577"/>
          <ac:spMkLst>
            <pc:docMk/>
            <pc:sldMk cId="3730571300" sldId="269"/>
            <ac:spMk id="5" creationId="{373FB737-FDFB-42ED-8F15-3DE384BFDF5B}"/>
          </ac:spMkLst>
        </pc:spChg>
        <pc:picChg chg="add mod">
          <ac:chgData name="Keulen, Johnny van" userId="17483851-914f-4bc4-b2ab-b47fc59b90b6" providerId="ADAL" clId="{70C304B1-D863-443C-99D1-DE1CBE700707}" dt="2023-02-01T12:23:13.893" v="2780" actId="14100"/>
          <ac:picMkLst>
            <pc:docMk/>
            <pc:sldMk cId="3730571300" sldId="269"/>
            <ac:picMk id="7" creationId="{ED4EE15A-6400-4E31-8B51-A16F7A760C95}"/>
          </ac:picMkLst>
        </pc:picChg>
      </pc:sldChg>
      <pc:sldChg chg="modSp new mod modTransition">
        <pc:chgData name="Keulen, Johnny van" userId="17483851-914f-4bc4-b2ab-b47fc59b90b6" providerId="ADAL" clId="{70C304B1-D863-443C-99D1-DE1CBE700707}" dt="2023-02-08T14:28:58.544" v="4544" actId="20577"/>
        <pc:sldMkLst>
          <pc:docMk/>
          <pc:sldMk cId="1100533942" sldId="270"/>
        </pc:sldMkLst>
        <pc:spChg chg="mod">
          <ac:chgData name="Keulen, Johnny van" userId="17483851-914f-4bc4-b2ab-b47fc59b90b6" providerId="ADAL" clId="{70C304B1-D863-443C-99D1-DE1CBE700707}" dt="2023-02-08T14:28:58.544" v="4544" actId="20577"/>
          <ac:spMkLst>
            <pc:docMk/>
            <pc:sldMk cId="1100533942" sldId="270"/>
            <ac:spMk id="2" creationId="{8D9ECD76-339D-4B2B-8873-430C516C2E14}"/>
          </ac:spMkLst>
        </pc:spChg>
        <pc:spChg chg="mod">
          <ac:chgData name="Keulen, Johnny van" userId="17483851-914f-4bc4-b2ab-b47fc59b90b6" providerId="ADAL" clId="{70C304B1-D863-443C-99D1-DE1CBE700707}" dt="2023-01-30T12:55:08.731" v="292" actId="20577"/>
          <ac:spMkLst>
            <pc:docMk/>
            <pc:sldMk cId="1100533942" sldId="270"/>
            <ac:spMk id="5" creationId="{B3CB0E99-7FF4-46D0-92BE-D545EC0EE4A7}"/>
          </ac:spMkLst>
        </pc:spChg>
      </pc:sldChg>
      <pc:sldChg chg="addSp delSp modSp new mod modTransition">
        <pc:chgData name="Keulen, Johnny van" userId="17483851-914f-4bc4-b2ab-b47fc59b90b6" providerId="ADAL" clId="{70C304B1-D863-443C-99D1-DE1CBE700707}" dt="2023-02-01T13:53:27.937" v="4020" actId="20577"/>
        <pc:sldMkLst>
          <pc:docMk/>
          <pc:sldMk cId="392695217" sldId="271"/>
        </pc:sldMkLst>
        <pc:spChg chg="del mod">
          <ac:chgData name="Keulen, Johnny van" userId="17483851-914f-4bc4-b2ab-b47fc59b90b6" providerId="ADAL" clId="{70C304B1-D863-443C-99D1-DE1CBE700707}" dt="2023-01-30T14:02:55.228" v="1429" actId="22"/>
          <ac:spMkLst>
            <pc:docMk/>
            <pc:sldMk cId="392695217" sldId="271"/>
            <ac:spMk id="2" creationId="{BBBF450D-90C6-440C-91AB-95264487B1D4}"/>
          </ac:spMkLst>
        </pc:spChg>
        <pc:spChg chg="mod">
          <ac:chgData name="Keulen, Johnny van" userId="17483851-914f-4bc4-b2ab-b47fc59b90b6" providerId="ADAL" clId="{70C304B1-D863-443C-99D1-DE1CBE700707}" dt="2023-02-01T12:55:34.027" v="2813" actId="20577"/>
          <ac:spMkLst>
            <pc:docMk/>
            <pc:sldMk cId="392695217" sldId="271"/>
            <ac:spMk id="5" creationId="{7B6A40AC-585A-411A-9EEC-41A8998F717E}"/>
          </ac:spMkLst>
        </pc:spChg>
        <pc:spChg chg="add mod">
          <ac:chgData name="Keulen, Johnny van" userId="17483851-914f-4bc4-b2ab-b47fc59b90b6" providerId="ADAL" clId="{70C304B1-D863-443C-99D1-DE1CBE700707}" dt="2023-02-01T13:53:27.937" v="4020" actId="20577"/>
          <ac:spMkLst>
            <pc:docMk/>
            <pc:sldMk cId="392695217" sldId="271"/>
            <ac:spMk id="14" creationId="{20375D56-6ED3-4363-B178-395C42A55CA6}"/>
          </ac:spMkLst>
        </pc:spChg>
        <pc:picChg chg="add mod ord">
          <ac:chgData name="Keulen, Johnny van" userId="17483851-914f-4bc4-b2ab-b47fc59b90b6" providerId="ADAL" clId="{70C304B1-D863-443C-99D1-DE1CBE700707}" dt="2023-02-01T13:52:51.442" v="3883" actId="1035"/>
          <ac:picMkLst>
            <pc:docMk/>
            <pc:sldMk cId="392695217" sldId="271"/>
            <ac:picMk id="7" creationId="{1FE15D61-CEE3-4B1F-B00E-EE0114906173}"/>
          </ac:picMkLst>
        </pc:picChg>
        <pc:picChg chg="add mod">
          <ac:chgData name="Keulen, Johnny van" userId="17483851-914f-4bc4-b2ab-b47fc59b90b6" providerId="ADAL" clId="{70C304B1-D863-443C-99D1-DE1CBE700707}" dt="2023-02-01T13:52:51.442" v="3883" actId="1035"/>
          <ac:picMkLst>
            <pc:docMk/>
            <pc:sldMk cId="392695217" sldId="271"/>
            <ac:picMk id="9" creationId="{F960AD67-BB58-4DC5-8AA0-2A5BA10FCD4F}"/>
          </ac:picMkLst>
        </pc:picChg>
        <pc:picChg chg="add mod">
          <ac:chgData name="Keulen, Johnny van" userId="17483851-914f-4bc4-b2ab-b47fc59b90b6" providerId="ADAL" clId="{70C304B1-D863-443C-99D1-DE1CBE700707}" dt="2023-02-01T13:52:51.442" v="3883" actId="1035"/>
          <ac:picMkLst>
            <pc:docMk/>
            <pc:sldMk cId="392695217" sldId="271"/>
            <ac:picMk id="11" creationId="{29B4C185-2BE8-444D-86F3-C53C1293E673}"/>
          </ac:picMkLst>
        </pc:picChg>
        <pc:picChg chg="add mod">
          <ac:chgData name="Keulen, Johnny van" userId="17483851-914f-4bc4-b2ab-b47fc59b90b6" providerId="ADAL" clId="{70C304B1-D863-443C-99D1-DE1CBE700707}" dt="2023-02-01T13:52:51.442" v="3883" actId="1035"/>
          <ac:picMkLst>
            <pc:docMk/>
            <pc:sldMk cId="392695217" sldId="271"/>
            <ac:picMk id="13" creationId="{7389D9CA-2248-4D3A-950C-B3E116C7FE1E}"/>
          </ac:picMkLst>
        </pc:picChg>
      </pc:sldChg>
      <pc:sldChg chg="new del modTransition">
        <pc:chgData name="Keulen, Johnny van" userId="17483851-914f-4bc4-b2ab-b47fc59b90b6" providerId="ADAL" clId="{70C304B1-D863-443C-99D1-DE1CBE700707}" dt="2023-02-01T13:59:57.410" v="4484" actId="47"/>
        <pc:sldMkLst>
          <pc:docMk/>
          <pc:sldMk cId="106561110" sldId="272"/>
        </pc:sldMkLst>
      </pc:sldChg>
      <pc:sldChg chg="addSp delSp modSp new mod modTransition">
        <pc:chgData name="Keulen, Johnny van" userId="17483851-914f-4bc4-b2ab-b47fc59b90b6" providerId="ADAL" clId="{70C304B1-D863-443C-99D1-DE1CBE700707}" dt="2023-02-01T13:54:28.777" v="4026"/>
        <pc:sldMkLst>
          <pc:docMk/>
          <pc:sldMk cId="1407603310" sldId="273"/>
        </pc:sldMkLst>
        <pc:spChg chg="del">
          <ac:chgData name="Keulen, Johnny van" userId="17483851-914f-4bc4-b2ab-b47fc59b90b6" providerId="ADAL" clId="{70C304B1-D863-443C-99D1-DE1CBE700707}" dt="2023-02-01T12:51:23.303" v="2796"/>
          <ac:spMkLst>
            <pc:docMk/>
            <pc:sldMk cId="1407603310" sldId="273"/>
            <ac:spMk id="2" creationId="{191D72B1-2A65-4F8E-A517-0AB1457DE3EE}"/>
          </ac:spMkLst>
        </pc:spChg>
        <pc:spChg chg="mod">
          <ac:chgData name="Keulen, Johnny van" userId="17483851-914f-4bc4-b2ab-b47fc59b90b6" providerId="ADAL" clId="{70C304B1-D863-443C-99D1-DE1CBE700707}" dt="2023-02-01T12:56:24.130" v="2821" actId="20577"/>
          <ac:spMkLst>
            <pc:docMk/>
            <pc:sldMk cId="1407603310" sldId="273"/>
            <ac:spMk id="5" creationId="{C694A219-E74B-4346-8BA8-CB5C4930E31F}"/>
          </ac:spMkLst>
        </pc:spChg>
        <pc:spChg chg="add del mod">
          <ac:chgData name="Keulen, Johnny van" userId="17483851-914f-4bc4-b2ab-b47fc59b90b6" providerId="ADAL" clId="{70C304B1-D863-443C-99D1-DE1CBE700707}" dt="2023-02-01T13:00:24.092" v="2826" actId="478"/>
          <ac:spMkLst>
            <pc:docMk/>
            <pc:sldMk cId="1407603310" sldId="273"/>
            <ac:spMk id="8" creationId="{3F0D5425-F494-45B0-A950-122B9ECD65D7}"/>
          </ac:spMkLst>
        </pc:spChg>
        <pc:spChg chg="add mod">
          <ac:chgData name="Keulen, Johnny van" userId="17483851-914f-4bc4-b2ab-b47fc59b90b6" providerId="ADAL" clId="{70C304B1-D863-443C-99D1-DE1CBE700707}" dt="2023-02-01T13:53:50.954" v="4021" actId="1076"/>
          <ac:spMkLst>
            <pc:docMk/>
            <pc:sldMk cId="1407603310" sldId="273"/>
            <ac:spMk id="14" creationId="{CC710E88-7D0B-43C1-B748-32532E81D872}"/>
          </ac:spMkLst>
        </pc:spChg>
        <pc:spChg chg="add del mod">
          <ac:chgData name="Keulen, Johnny van" userId="17483851-914f-4bc4-b2ab-b47fc59b90b6" providerId="ADAL" clId="{70C304B1-D863-443C-99D1-DE1CBE700707}" dt="2023-02-01T13:54:28.777" v="4026"/>
          <ac:spMkLst>
            <pc:docMk/>
            <pc:sldMk cId="1407603310" sldId="273"/>
            <ac:spMk id="15" creationId="{D360FFC3-5D21-463B-9EDB-5FCE914D99CD}"/>
          </ac:spMkLst>
        </pc:spChg>
        <pc:picChg chg="add mod">
          <ac:chgData name="Keulen, Johnny van" userId="17483851-914f-4bc4-b2ab-b47fc59b90b6" providerId="ADAL" clId="{70C304B1-D863-443C-99D1-DE1CBE700707}" dt="2023-02-01T13:53:50.954" v="4021" actId="1076"/>
          <ac:picMkLst>
            <pc:docMk/>
            <pc:sldMk cId="1407603310" sldId="273"/>
            <ac:picMk id="9" creationId="{DF2F443C-56BC-45F9-A9F8-2AE219074CA6}"/>
          </ac:picMkLst>
        </pc:picChg>
        <pc:picChg chg="add del mod">
          <ac:chgData name="Keulen, Johnny van" userId="17483851-914f-4bc4-b2ab-b47fc59b90b6" providerId="ADAL" clId="{70C304B1-D863-443C-99D1-DE1CBE700707}" dt="2023-02-01T13:08:01.602" v="2831" actId="21"/>
          <ac:picMkLst>
            <pc:docMk/>
            <pc:sldMk cId="1407603310" sldId="273"/>
            <ac:picMk id="11" creationId="{9AB8217F-6B47-4FF2-887F-2911F3DFADED}"/>
          </ac:picMkLst>
        </pc:picChg>
        <pc:picChg chg="add mod">
          <ac:chgData name="Keulen, Johnny van" userId="17483851-914f-4bc4-b2ab-b47fc59b90b6" providerId="ADAL" clId="{70C304B1-D863-443C-99D1-DE1CBE700707}" dt="2023-02-01T13:53:50.954" v="4021" actId="1076"/>
          <ac:picMkLst>
            <pc:docMk/>
            <pc:sldMk cId="1407603310" sldId="273"/>
            <ac:picMk id="1026" creationId="{4F849924-A33A-4345-9CF8-C22A0B7A6B6B}"/>
          </ac:picMkLst>
        </pc:picChg>
      </pc:sldChg>
      <pc:sldChg chg="addSp delSp modSp new mod modTransition">
        <pc:chgData name="Keulen, Johnny van" userId="17483851-914f-4bc4-b2ab-b47fc59b90b6" providerId="ADAL" clId="{70C304B1-D863-443C-99D1-DE1CBE700707}" dt="2023-02-01T13:58:49.785" v="4469" actId="732"/>
        <pc:sldMkLst>
          <pc:docMk/>
          <pc:sldMk cId="1555548199" sldId="274"/>
        </pc:sldMkLst>
        <pc:spChg chg="del">
          <ac:chgData name="Keulen, Johnny van" userId="17483851-914f-4bc4-b2ab-b47fc59b90b6" providerId="ADAL" clId="{70C304B1-D863-443C-99D1-DE1CBE700707}" dt="2023-02-01T13:08:04.726" v="2832"/>
          <ac:spMkLst>
            <pc:docMk/>
            <pc:sldMk cId="1555548199" sldId="274"/>
            <ac:spMk id="2" creationId="{1066B7BB-8064-4177-BEC5-DD9DBA0CDCBB}"/>
          </ac:spMkLst>
        </pc:spChg>
        <pc:spChg chg="mod">
          <ac:chgData name="Keulen, Johnny van" userId="17483851-914f-4bc4-b2ab-b47fc59b90b6" providerId="ADAL" clId="{70C304B1-D863-443C-99D1-DE1CBE700707}" dt="2023-02-01T13:38:35.067" v="2875" actId="20577"/>
          <ac:spMkLst>
            <pc:docMk/>
            <pc:sldMk cId="1555548199" sldId="274"/>
            <ac:spMk id="5" creationId="{1A174F9D-E4F2-41E8-AA90-190358D8C944}"/>
          </ac:spMkLst>
        </pc:spChg>
        <pc:spChg chg="add del mod">
          <ac:chgData name="Keulen, Johnny van" userId="17483851-914f-4bc4-b2ab-b47fc59b90b6" providerId="ADAL" clId="{70C304B1-D863-443C-99D1-DE1CBE700707}" dt="2023-02-01T13:57:43.553" v="4325" actId="478"/>
          <ac:spMkLst>
            <pc:docMk/>
            <pc:sldMk cId="1555548199" sldId="274"/>
            <ac:spMk id="8" creationId="{01F81E3A-3A09-4765-8BBD-3B0F90FB1D39}"/>
          </ac:spMkLst>
        </pc:spChg>
        <pc:spChg chg="add del mod">
          <ac:chgData name="Keulen, Johnny van" userId="17483851-914f-4bc4-b2ab-b47fc59b90b6" providerId="ADAL" clId="{70C304B1-D863-443C-99D1-DE1CBE700707}" dt="2023-02-01T13:25:38.264" v="2841" actId="478"/>
          <ac:spMkLst>
            <pc:docMk/>
            <pc:sldMk cId="1555548199" sldId="274"/>
            <ac:spMk id="10" creationId="{5DE2DD2D-BBF8-4C00-A877-0B77489D02EB}"/>
          </ac:spMkLst>
        </pc:spChg>
        <pc:spChg chg="add mod">
          <ac:chgData name="Keulen, Johnny van" userId="17483851-914f-4bc4-b2ab-b47fc59b90b6" providerId="ADAL" clId="{70C304B1-D863-443C-99D1-DE1CBE700707}" dt="2023-02-01T13:58:26.603" v="4466" actId="20577"/>
          <ac:spMkLst>
            <pc:docMk/>
            <pc:sldMk cId="1555548199" sldId="274"/>
            <ac:spMk id="12" creationId="{063F6DAB-E20C-4BC9-9B1D-B5CAAD060275}"/>
          </ac:spMkLst>
        </pc:spChg>
        <pc:picChg chg="add del mod modCrop">
          <ac:chgData name="Keulen, Johnny van" userId="17483851-914f-4bc4-b2ab-b47fc59b90b6" providerId="ADAL" clId="{70C304B1-D863-443C-99D1-DE1CBE700707}" dt="2023-02-01T13:58:49.785" v="4469" actId="732"/>
          <ac:picMkLst>
            <pc:docMk/>
            <pc:sldMk cId="1555548199" sldId="274"/>
            <ac:picMk id="6" creationId="{12EAEB94-E951-4F75-B823-03653CB6F4CA}"/>
          </ac:picMkLst>
        </pc:picChg>
        <pc:picChg chg="add del">
          <ac:chgData name="Keulen, Johnny van" userId="17483851-914f-4bc4-b2ab-b47fc59b90b6" providerId="ADAL" clId="{70C304B1-D863-443C-99D1-DE1CBE700707}" dt="2023-02-01T13:25:37.772" v="2840"/>
          <ac:picMkLst>
            <pc:docMk/>
            <pc:sldMk cId="1555548199" sldId="274"/>
            <ac:picMk id="2050" creationId="{FDA71F71-E14C-47A8-B649-5C36A574A07E}"/>
          </ac:picMkLst>
        </pc:picChg>
      </pc:sldChg>
      <pc:sldChg chg="delSp modSp new mod">
        <pc:chgData name="Keulen, Johnny van" userId="17483851-914f-4bc4-b2ab-b47fc59b90b6" providerId="ADAL" clId="{70C304B1-D863-443C-99D1-DE1CBE700707}" dt="2023-02-01T14:01:05.735" v="4506" actId="478"/>
        <pc:sldMkLst>
          <pc:docMk/>
          <pc:sldMk cId="3611277525" sldId="275"/>
        </pc:sldMkLst>
        <pc:spChg chg="del">
          <ac:chgData name="Keulen, Johnny van" userId="17483851-914f-4bc4-b2ab-b47fc59b90b6" providerId="ADAL" clId="{70C304B1-D863-443C-99D1-DE1CBE700707}" dt="2023-02-01T14:01:05.735" v="4506" actId="478"/>
          <ac:spMkLst>
            <pc:docMk/>
            <pc:sldMk cId="3611277525" sldId="275"/>
            <ac:spMk id="2" creationId="{EF4DC049-8E56-4A22-A09F-2D6D865B72AF}"/>
          </ac:spMkLst>
        </pc:spChg>
        <pc:spChg chg="mod">
          <ac:chgData name="Keulen, Johnny van" userId="17483851-914f-4bc4-b2ab-b47fc59b90b6" providerId="ADAL" clId="{70C304B1-D863-443C-99D1-DE1CBE700707}" dt="2023-02-01T14:01:00.743" v="4505" actId="20577"/>
          <ac:spMkLst>
            <pc:docMk/>
            <pc:sldMk cId="3611277525" sldId="275"/>
            <ac:spMk id="5" creationId="{5917E754-F2A2-479A-8536-D64E03DD1515}"/>
          </ac:spMkLst>
        </pc:spChg>
      </pc:sldChg>
    </pc:docChg>
  </pc:docChgLst>
</pc:chgInfo>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jdelijke aanduiding voor koptekst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nl-NL" dirty="0"/>
          </a:p>
        </p:txBody>
      </p:sp>
      <p:sp>
        <p:nvSpPr>
          <p:cNvPr id="3" name="Tijdelijke aanduiding voor datum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172D3FC-74B0-4019-A233-44F05F776785}" type="datetimeFigureOut">
              <a:rPr lang="nl-NL" smtClean="0"/>
              <a:t>8-2-2023</a:t>
            </a:fld>
            <a:endParaRPr lang="nl-NL" dirty="0"/>
          </a:p>
        </p:txBody>
      </p:sp>
      <p:sp>
        <p:nvSpPr>
          <p:cNvPr id="4" name="Tijdelijke aanduiding voor dia-afbeelding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nl-NL" dirty="0"/>
          </a:p>
        </p:txBody>
      </p:sp>
      <p:sp>
        <p:nvSpPr>
          <p:cNvPr id="5" name="Tijdelijke aanduiding voor notities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nl-NL"/>
              <a:t>Klikken om de tekststijl van het model te bewerken</a:t>
            </a:r>
          </a:p>
          <a:p>
            <a:pPr lvl="1"/>
            <a:r>
              <a:rPr lang="nl-NL"/>
              <a:t>Tweede niveau</a:t>
            </a:r>
          </a:p>
          <a:p>
            <a:pPr lvl="2"/>
            <a:r>
              <a:rPr lang="nl-NL"/>
              <a:t>Derde niveau</a:t>
            </a:r>
          </a:p>
          <a:p>
            <a:pPr lvl="3"/>
            <a:r>
              <a:rPr lang="nl-NL"/>
              <a:t>Vierde niveau</a:t>
            </a:r>
          </a:p>
          <a:p>
            <a:pPr lvl="4"/>
            <a:r>
              <a:rPr lang="nl-NL"/>
              <a:t>Vijfde niveau</a:t>
            </a:r>
          </a:p>
        </p:txBody>
      </p:sp>
      <p:sp>
        <p:nvSpPr>
          <p:cNvPr id="6" name="Tijdelijke aanduiding voor voettekst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nl-NL" dirty="0"/>
          </a:p>
        </p:txBody>
      </p:sp>
      <p:sp>
        <p:nvSpPr>
          <p:cNvPr id="7" name="Tijdelijke aanduiding voor dianumm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9AE8AD9B-3881-46FC-84D2-2875E0332CA9}" type="slidenum">
              <a:rPr lang="nl-NL" smtClean="0"/>
              <a:t>‹nr.›</a:t>
            </a:fld>
            <a:endParaRPr lang="nl-NL" dirty="0"/>
          </a:p>
        </p:txBody>
      </p:sp>
    </p:spTree>
    <p:extLst>
      <p:ext uri="{BB962C8B-B14F-4D97-AF65-F5344CB8AC3E}">
        <p14:creationId xmlns:p14="http://schemas.microsoft.com/office/powerpoint/2010/main" val="1794404113"/>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slideLayouts/_rels/slideLayout1.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image" Target="../media/image2.emf"/><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showMasterSp="0" userDrawn="1">
  <p:cSld name="Titeldia golf">
    <p:bg>
      <p:bgPr>
        <a:solidFill>
          <a:schemeClr val="bg1"/>
        </a:solidFill>
        <a:effectLst/>
      </p:bgPr>
    </p:bg>
    <p:spTree>
      <p:nvGrpSpPr>
        <p:cNvPr id="1" name=""/>
        <p:cNvGrpSpPr/>
        <p:nvPr/>
      </p:nvGrpSpPr>
      <p:grpSpPr>
        <a:xfrm>
          <a:off x="0" y="0"/>
          <a:ext cx="0" cy="0"/>
          <a:chOff x="0" y="0"/>
          <a:chExt cx="0" cy="0"/>
        </a:xfrm>
      </p:grpSpPr>
      <p:sp>
        <p:nvSpPr>
          <p:cNvPr id="15" name="Rechthoek 14">
            <a:extLst>
              <a:ext uri="{FF2B5EF4-FFF2-40B4-BE49-F238E27FC236}">
                <a16:creationId xmlns:a16="http://schemas.microsoft.com/office/drawing/2014/main" id="{DC2B571D-B4FE-4F53-9828-75D6D4B2D7D3}"/>
              </a:ext>
            </a:extLst>
          </p:cNvPr>
          <p:cNvSpPr/>
          <p:nvPr userDrawn="1"/>
        </p:nvSpPr>
        <p:spPr>
          <a:xfrm>
            <a:off x="-2" y="4220620"/>
            <a:ext cx="12204000" cy="2637380"/>
          </a:xfrm>
          <a:prstGeom prst="rect">
            <a:avLst/>
          </a:prstGeom>
          <a:solidFill>
            <a:schemeClr val="tx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nl-NL" dirty="0"/>
          </a:p>
        </p:txBody>
      </p:sp>
      <p:sp>
        <p:nvSpPr>
          <p:cNvPr id="22" name="AfbeeldingGolf">
            <a:extLst>
              <a:ext uri="{FF2B5EF4-FFF2-40B4-BE49-F238E27FC236}">
                <a16:creationId xmlns:a16="http://schemas.microsoft.com/office/drawing/2014/main" id="{13319C6F-07A4-4F02-8AFA-EDBE8A0548EB}"/>
              </a:ext>
            </a:extLst>
          </p:cNvPr>
          <p:cNvSpPr>
            <a:spLocks noGrp="1" noChangeAspect="1"/>
          </p:cNvSpPr>
          <p:nvPr>
            <p:ph type="pic" sz="quarter" idx="11"/>
          </p:nvPr>
        </p:nvSpPr>
        <p:spPr>
          <a:xfrm>
            <a:off x="-2" y="369421"/>
            <a:ext cx="12204000" cy="6488579"/>
          </a:xfrm>
          <a:custGeom>
            <a:avLst/>
            <a:gdLst>
              <a:gd name="connsiteX0" fmla="*/ 12204000 w 12204000"/>
              <a:gd name="connsiteY0" fmla="*/ 0 h 6488579"/>
              <a:gd name="connsiteX1" fmla="*/ 12203996 w 12204000"/>
              <a:gd name="connsiteY1" fmla="*/ 4120214 h 6488579"/>
              <a:gd name="connsiteX2" fmla="*/ 11949562 w 12204000"/>
              <a:gd name="connsiteY2" fmla="*/ 4352907 h 6488579"/>
              <a:gd name="connsiteX3" fmla="*/ 8120104 w 12204000"/>
              <a:gd name="connsiteY3" fmla="*/ 5717454 h 6488579"/>
              <a:gd name="connsiteX4" fmla="*/ 4274746 w 12204000"/>
              <a:gd name="connsiteY4" fmla="*/ 4337003 h 6488579"/>
              <a:gd name="connsiteX5" fmla="*/ 4070675 w 12204000"/>
              <a:gd name="connsiteY5" fmla="*/ 4151535 h 6488579"/>
              <a:gd name="connsiteX6" fmla="*/ 0 w 12204000"/>
              <a:gd name="connsiteY6" fmla="*/ 6488579 h 6488579"/>
              <a:gd name="connsiteX7" fmla="*/ 0 w 12204000"/>
              <a:gd name="connsiteY7" fmla="*/ 2397721 h 6488579"/>
              <a:gd name="connsiteX8" fmla="*/ 1076438 w 12204000"/>
              <a:gd name="connsiteY8" fmla="*/ 1776931 h 6488579"/>
              <a:gd name="connsiteX9" fmla="*/ 2252134 w 12204000"/>
              <a:gd name="connsiteY9" fmla="*/ 1102420 h 6488579"/>
              <a:gd name="connsiteX10" fmla="*/ 2251343 w 12204000"/>
              <a:gd name="connsiteY10" fmla="*/ 1099353 h 6488579"/>
              <a:gd name="connsiteX11" fmla="*/ 4088878 w 12204000"/>
              <a:gd name="connsiteY11" fmla="*/ 39631 h 6488579"/>
              <a:gd name="connsiteX12" fmla="*/ 4756915 w 12204000"/>
              <a:gd name="connsiteY12" fmla="*/ 564530 h 6488579"/>
              <a:gd name="connsiteX13" fmla="*/ 8128752 w 12204000"/>
              <a:gd name="connsiteY13" fmla="*/ 1594479 h 6488579"/>
              <a:gd name="connsiteX14" fmla="*/ 11964852 w 12204000"/>
              <a:gd name="connsiteY14" fmla="*/ 217356 h 648857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Lst>
            <a:rect l="l" t="t" r="r" b="b"/>
            <a:pathLst>
              <a:path w="12204000" h="6488579">
                <a:moveTo>
                  <a:pt x="12204000" y="0"/>
                </a:moveTo>
                <a:lnTo>
                  <a:pt x="12203996" y="4120214"/>
                </a:lnTo>
                <a:lnTo>
                  <a:pt x="11949562" y="4352907"/>
                </a:lnTo>
                <a:cubicBezTo>
                  <a:pt x="10904581" y="5215305"/>
                  <a:pt x="9399242" y="5720103"/>
                  <a:pt x="8120104" y="5717454"/>
                </a:cubicBezTo>
                <a:cubicBezTo>
                  <a:pt x="6840968" y="5714807"/>
                  <a:pt x="5319729" y="5199401"/>
                  <a:pt x="4274746" y="4337003"/>
                </a:cubicBezTo>
                <a:lnTo>
                  <a:pt x="4070675" y="4151535"/>
                </a:lnTo>
                <a:lnTo>
                  <a:pt x="0" y="6488579"/>
                </a:lnTo>
                <a:lnTo>
                  <a:pt x="0" y="2397721"/>
                </a:lnTo>
                <a:lnTo>
                  <a:pt x="1076438" y="1776931"/>
                </a:lnTo>
                <a:lnTo>
                  <a:pt x="2252134" y="1102420"/>
                </a:lnTo>
                <a:lnTo>
                  <a:pt x="2251343" y="1099353"/>
                </a:lnTo>
                <a:lnTo>
                  <a:pt x="4088878" y="39631"/>
                </a:lnTo>
                <a:lnTo>
                  <a:pt x="4756915" y="564530"/>
                </a:lnTo>
                <a:cubicBezTo>
                  <a:pt x="5719426" y="1214786"/>
                  <a:pt x="6879748" y="1594480"/>
                  <a:pt x="8128752" y="1594479"/>
                </a:cubicBezTo>
                <a:cubicBezTo>
                  <a:pt x="9585923" y="1594483"/>
                  <a:pt x="10922387" y="1077679"/>
                  <a:pt x="11964852" y="217356"/>
                </a:cubicBezTo>
                <a:close/>
              </a:path>
            </a:pathLst>
          </a:custGeom>
          <a:solidFill>
            <a:schemeClr val="tx2">
              <a:lumMod val="20000"/>
              <a:lumOff val="80000"/>
            </a:schemeClr>
          </a:solidFill>
        </p:spPr>
        <p:txBody>
          <a:bodyPr wrap="square" anchor="ctr">
            <a:noAutofit/>
          </a:bodyPr>
          <a:lstStyle>
            <a:lvl1pPr algn="ctr">
              <a:defRPr>
                <a:solidFill>
                  <a:schemeClr val="bg1"/>
                </a:solidFill>
              </a:defRPr>
            </a:lvl1pPr>
          </a:lstStyle>
          <a:p>
            <a:r>
              <a:rPr lang="nl-NL" dirty="0"/>
              <a:t>Klik op het pictogram als u een afbeelding wilt toevoegen</a:t>
            </a:r>
          </a:p>
        </p:txBody>
      </p:sp>
      <p:sp>
        <p:nvSpPr>
          <p:cNvPr id="2" name="Titel 1">
            <a:extLst>
              <a:ext uri="{FF2B5EF4-FFF2-40B4-BE49-F238E27FC236}">
                <a16:creationId xmlns:a16="http://schemas.microsoft.com/office/drawing/2014/main" id="{C0BBD360-8247-49C2-A9F1-8A5FFAFDB158}"/>
              </a:ext>
            </a:extLst>
          </p:cNvPr>
          <p:cNvSpPr>
            <a:spLocks noGrp="1"/>
          </p:cNvSpPr>
          <p:nvPr>
            <p:ph type="ctrTitle"/>
          </p:nvPr>
        </p:nvSpPr>
        <p:spPr>
          <a:xfrm>
            <a:off x="2803278" y="5699688"/>
            <a:ext cx="2448222" cy="859632"/>
          </a:xfrm>
        </p:spPr>
        <p:txBody>
          <a:bodyPr anchor="t"/>
          <a:lstStyle>
            <a:lvl1pPr algn="l">
              <a:defRPr sz="2700">
                <a:solidFill>
                  <a:schemeClr val="bg1"/>
                </a:solidFill>
              </a:defRPr>
            </a:lvl1pPr>
          </a:lstStyle>
          <a:p>
            <a:r>
              <a:rPr lang="nl-NL"/>
              <a:t>Klik om stijl te bewerken</a:t>
            </a:r>
            <a:endParaRPr lang="en-US"/>
          </a:p>
        </p:txBody>
      </p:sp>
      <p:sp>
        <p:nvSpPr>
          <p:cNvPr id="4" name="Tijdelijke aanduiding voor datum 3">
            <a:extLst>
              <a:ext uri="{FF2B5EF4-FFF2-40B4-BE49-F238E27FC236}">
                <a16:creationId xmlns:a16="http://schemas.microsoft.com/office/drawing/2014/main" id="{A467398F-AC14-4E38-A779-FDCA0A0FA14D}"/>
              </a:ext>
            </a:extLst>
          </p:cNvPr>
          <p:cNvSpPr>
            <a:spLocks noGrp="1"/>
          </p:cNvSpPr>
          <p:nvPr>
            <p:ph type="dt" sz="half" idx="10"/>
          </p:nvPr>
        </p:nvSpPr>
        <p:spPr>
          <a:xfrm>
            <a:off x="10572332" y="6316306"/>
            <a:ext cx="1269797" cy="289425"/>
          </a:xfrm>
        </p:spPr>
        <p:txBody>
          <a:bodyPr/>
          <a:lstStyle>
            <a:lvl1pPr>
              <a:defRPr>
                <a:solidFill>
                  <a:schemeClr val="bg1"/>
                </a:solidFill>
              </a:defRPr>
            </a:lvl1pPr>
          </a:lstStyle>
          <a:p>
            <a:fld id="{D97CCF17-4F9C-46A8-AC74-DE7EC85C97C1}" type="datetime1">
              <a:rPr lang="nl-NL" smtClean="0"/>
              <a:t>8-2-2023</a:t>
            </a:fld>
            <a:endParaRPr lang="en-US" dirty="0"/>
          </a:p>
        </p:txBody>
      </p:sp>
      <p:pic>
        <p:nvPicPr>
          <p:cNvPr id="10" name="Afbeelding 9">
            <a:extLst>
              <a:ext uri="{FF2B5EF4-FFF2-40B4-BE49-F238E27FC236}">
                <a16:creationId xmlns:a16="http://schemas.microsoft.com/office/drawing/2014/main" id="{3310BFCC-0BF4-425C-891A-F494D3A4F94E}"/>
              </a:ext>
            </a:extLst>
          </p:cNvPr>
          <p:cNvPicPr>
            <a:picLocks noChangeAspect="1"/>
          </p:cNvPicPr>
          <p:nvPr userDrawn="1"/>
        </p:nvPicPr>
        <p:blipFill>
          <a:blip r:embed="rId2">
            <a:extLst>
              <a:ext uri="{28A0092B-C50C-407E-A947-70E740481C1C}">
                <a14:useLocalDpi xmlns:a14="http://schemas.microsoft.com/office/drawing/2010/main" val="0"/>
              </a:ext>
            </a:extLst>
          </a:blip>
          <a:stretch>
            <a:fillRect/>
          </a:stretch>
        </p:blipFill>
        <p:spPr>
          <a:xfrm>
            <a:off x="8409816" y="349533"/>
            <a:ext cx="2449525" cy="690783"/>
          </a:xfrm>
          <a:prstGeom prst="rect">
            <a:avLst/>
          </a:prstGeom>
        </p:spPr>
      </p:pic>
      <p:pic>
        <p:nvPicPr>
          <p:cNvPr id="5" name="Afbeelding 4">
            <a:extLst>
              <a:ext uri="{FF2B5EF4-FFF2-40B4-BE49-F238E27FC236}">
                <a16:creationId xmlns:a16="http://schemas.microsoft.com/office/drawing/2014/main" id="{ADC45B86-5DA1-4408-987A-4248CFC70697}"/>
              </a:ext>
            </a:extLst>
          </p:cNvPr>
          <p:cNvPicPr>
            <a:picLocks noChangeAspect="1"/>
          </p:cNvPicPr>
          <p:nvPr userDrawn="1"/>
        </p:nvPicPr>
        <p:blipFill>
          <a:blip r:embed="rId3">
            <a:extLst>
              <a:ext uri="{28A0092B-C50C-407E-A947-70E740481C1C}">
                <a14:useLocalDpi xmlns:a14="http://schemas.microsoft.com/office/drawing/2010/main" val="0"/>
              </a:ext>
            </a:extLst>
          </a:blip>
          <a:stretch>
            <a:fillRect/>
          </a:stretch>
        </p:blipFill>
        <p:spPr>
          <a:xfrm>
            <a:off x="319510" y="301696"/>
            <a:ext cx="2376000" cy="195959"/>
          </a:xfrm>
          <a:prstGeom prst="rect">
            <a:avLst/>
          </a:prstGeom>
        </p:spPr>
      </p:pic>
    </p:spTree>
    <p:extLst>
      <p:ext uri="{BB962C8B-B14F-4D97-AF65-F5344CB8AC3E}">
        <p14:creationId xmlns:p14="http://schemas.microsoft.com/office/powerpoint/2010/main" val="28466099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userDrawn="1">
  <p:cSld name="Titel en object">
    <p:bg>
      <p:bgPr>
        <a:solidFill>
          <a:schemeClr val="bg1"/>
        </a:solidFill>
        <a:effectLst/>
      </p:bgPr>
    </p:bg>
    <p:spTree>
      <p:nvGrpSpPr>
        <p:cNvPr id="1" name=""/>
        <p:cNvGrpSpPr/>
        <p:nvPr/>
      </p:nvGrpSpPr>
      <p:grpSpPr>
        <a:xfrm>
          <a:off x="0" y="0"/>
          <a:ext cx="0" cy="0"/>
          <a:chOff x="0" y="0"/>
          <a:chExt cx="0" cy="0"/>
        </a:xfrm>
      </p:grpSpPr>
      <p:sp>
        <p:nvSpPr>
          <p:cNvPr id="3" name="Tijdelijke aanduiding voor inhoud 2">
            <a:extLst>
              <a:ext uri="{FF2B5EF4-FFF2-40B4-BE49-F238E27FC236}">
                <a16:creationId xmlns:a16="http://schemas.microsoft.com/office/drawing/2014/main" id="{0D950EE5-1CC3-4FDC-A2FC-CEE5D358830D}"/>
              </a:ext>
            </a:extLst>
          </p:cNvPr>
          <p:cNvSpPr>
            <a:spLocks noGrp="1"/>
          </p:cNvSpPr>
          <p:nvPr>
            <p:ph idx="1"/>
          </p:nvPr>
        </p:nvSpPr>
        <p:spPr>
          <a:xfrm>
            <a:off x="698400" y="1713600"/>
            <a:ext cx="10788236" cy="4446000"/>
          </a:xfrm>
        </p:spPr>
        <p:txBody>
          <a:bodyPr>
            <a:noAutofit/>
          </a:bodyPr>
          <a:lstStyle/>
          <a:p>
            <a:pPr lvl="0"/>
            <a:r>
              <a:rPr lang="nl-NL"/>
              <a:t>Klikken om de tekststijl van het model te bewerken</a:t>
            </a:r>
          </a:p>
        </p:txBody>
      </p:sp>
      <p:sp>
        <p:nvSpPr>
          <p:cNvPr id="5" name="Tijdelijke aanduiding voor datum 3">
            <a:extLst>
              <a:ext uri="{FF2B5EF4-FFF2-40B4-BE49-F238E27FC236}">
                <a16:creationId xmlns:a16="http://schemas.microsoft.com/office/drawing/2014/main" id="{2B7D42AE-1750-41E9-850D-DC538E8E1318}"/>
              </a:ext>
            </a:extLst>
          </p:cNvPr>
          <p:cNvSpPr>
            <a:spLocks noGrp="1"/>
          </p:cNvSpPr>
          <p:nvPr>
            <p:ph type="dt" sz="half" idx="2"/>
          </p:nvPr>
        </p:nvSpPr>
        <p:spPr>
          <a:xfrm>
            <a:off x="10725844" y="6316306"/>
            <a:ext cx="1116285" cy="289425"/>
          </a:xfrm>
          <a:prstGeom prst="rect">
            <a:avLst/>
          </a:prstGeom>
        </p:spPr>
        <p:txBody>
          <a:bodyPr vert="horz" lIns="0" tIns="0" rIns="0" bIns="0" rtlCol="0" anchor="ctr"/>
          <a:lstStyle>
            <a:lvl1pPr algn="r">
              <a:defRPr sz="1000">
                <a:solidFill>
                  <a:srgbClr val="191915"/>
                </a:solidFill>
              </a:defRPr>
            </a:lvl1pPr>
          </a:lstStyle>
          <a:p>
            <a:fld id="{0D76E99E-3D23-4FA4-98FA-10B0E69CA34A}" type="datetime1">
              <a:rPr lang="nl-NL" smtClean="0"/>
              <a:t>8-2-2023</a:t>
            </a:fld>
            <a:endParaRPr lang="en-US" dirty="0"/>
          </a:p>
        </p:txBody>
      </p:sp>
      <p:sp>
        <p:nvSpPr>
          <p:cNvPr id="6" name="Tijdelijke aanduiding voor dianummer 5">
            <a:extLst>
              <a:ext uri="{FF2B5EF4-FFF2-40B4-BE49-F238E27FC236}">
                <a16:creationId xmlns:a16="http://schemas.microsoft.com/office/drawing/2014/main" id="{EF1CF972-F66C-41C6-AB59-DC02104ACBF3}"/>
              </a:ext>
            </a:extLst>
          </p:cNvPr>
          <p:cNvSpPr>
            <a:spLocks noGrp="1"/>
          </p:cNvSpPr>
          <p:nvPr>
            <p:ph type="sldNum" sz="quarter" idx="4"/>
          </p:nvPr>
        </p:nvSpPr>
        <p:spPr>
          <a:xfrm>
            <a:off x="11486636" y="698400"/>
            <a:ext cx="349200" cy="349200"/>
          </a:xfrm>
          <a:prstGeom prst="rect">
            <a:avLst/>
          </a:prstGeom>
        </p:spPr>
        <p:txBody>
          <a:bodyPr vert="horz" lIns="91440" tIns="45720" rIns="91440" bIns="45720" rtlCol="0" anchor="ctr"/>
          <a:lstStyle>
            <a:lvl1pPr algn="r">
              <a:defRPr sz="1900" b="1">
                <a:solidFill>
                  <a:schemeClr val="bg1"/>
                </a:solidFill>
              </a:defRPr>
            </a:lvl1pPr>
          </a:lstStyle>
          <a:p>
            <a:fld id="{9EEAD1CF-E820-4A55-A7CB-9FF708EB7034}" type="slidenum">
              <a:rPr lang="en-US" smtClean="0"/>
              <a:pPr/>
              <a:t>‹nr.›</a:t>
            </a:fld>
            <a:endParaRPr lang="en-US" dirty="0"/>
          </a:p>
        </p:txBody>
      </p:sp>
      <p:sp>
        <p:nvSpPr>
          <p:cNvPr id="7" name="Titel 6">
            <a:extLst>
              <a:ext uri="{FF2B5EF4-FFF2-40B4-BE49-F238E27FC236}">
                <a16:creationId xmlns:a16="http://schemas.microsoft.com/office/drawing/2014/main" id="{61AF9C54-E89E-45B8-8FE2-31EBA74E271A}"/>
              </a:ext>
            </a:extLst>
          </p:cNvPr>
          <p:cNvSpPr>
            <a:spLocks noGrp="1"/>
          </p:cNvSpPr>
          <p:nvPr>
            <p:ph type="title"/>
          </p:nvPr>
        </p:nvSpPr>
        <p:spPr/>
        <p:txBody>
          <a:bodyPr/>
          <a:lstStyle/>
          <a:p>
            <a:r>
              <a:rPr lang="nl-NL"/>
              <a:t>Klik om stijl te bewerken</a:t>
            </a:r>
          </a:p>
        </p:txBody>
      </p:sp>
    </p:spTree>
    <p:extLst>
      <p:ext uri="{BB962C8B-B14F-4D97-AF65-F5344CB8AC3E}">
        <p14:creationId xmlns:p14="http://schemas.microsoft.com/office/powerpoint/2010/main" val="73983061"/>
      </p:ext>
    </p:extLst>
  </p:cSld>
  <p:clrMapOvr>
    <a:masterClrMapping/>
  </p:clrMapOvr>
  <p:hf hdr="0" ftr="0"/>
</p:sldLayout>
</file>

<file path=ppt/slideLayouts/slideLayout3.xml><?xml version="1.0" encoding="utf-8"?>
<p:sldLayout xmlns:a="http://schemas.openxmlformats.org/drawingml/2006/main" xmlns:r="http://schemas.openxmlformats.org/officeDocument/2006/relationships" xmlns:p="http://schemas.openxmlformats.org/presentationml/2006/main" preserve="1" userDrawn="1">
  <p:cSld name="1_Titel en object">
    <p:bg>
      <p:bgPr>
        <a:solidFill>
          <a:schemeClr val="bg1"/>
        </a:solidFill>
        <a:effectLst/>
      </p:bgPr>
    </p:bg>
    <p:spTree>
      <p:nvGrpSpPr>
        <p:cNvPr id="1" name=""/>
        <p:cNvGrpSpPr/>
        <p:nvPr/>
      </p:nvGrpSpPr>
      <p:grpSpPr>
        <a:xfrm>
          <a:off x="0" y="0"/>
          <a:ext cx="0" cy="0"/>
          <a:chOff x="0" y="0"/>
          <a:chExt cx="0" cy="0"/>
        </a:xfrm>
      </p:grpSpPr>
      <p:sp>
        <p:nvSpPr>
          <p:cNvPr id="3" name="Tijdelijke aanduiding voor inhoud 2">
            <a:extLst>
              <a:ext uri="{FF2B5EF4-FFF2-40B4-BE49-F238E27FC236}">
                <a16:creationId xmlns:a16="http://schemas.microsoft.com/office/drawing/2014/main" id="{0D950EE5-1CC3-4FDC-A2FC-CEE5D358830D}"/>
              </a:ext>
            </a:extLst>
          </p:cNvPr>
          <p:cNvSpPr>
            <a:spLocks noGrp="1"/>
          </p:cNvSpPr>
          <p:nvPr>
            <p:ph idx="1"/>
          </p:nvPr>
        </p:nvSpPr>
        <p:spPr>
          <a:xfrm>
            <a:off x="698400" y="1713600"/>
            <a:ext cx="10788236" cy="4446000"/>
          </a:xfrm>
        </p:spPr>
        <p:txBody>
          <a:bodyPr numCol="2">
            <a:noAutofit/>
          </a:bodyPr>
          <a:lstStyle/>
          <a:p>
            <a:pPr lvl="0"/>
            <a:r>
              <a:rPr lang="nl-NL"/>
              <a:t>Klikken om de tekststijl van het model te bewerken</a:t>
            </a:r>
          </a:p>
        </p:txBody>
      </p:sp>
      <p:sp>
        <p:nvSpPr>
          <p:cNvPr id="5" name="Tijdelijke aanduiding voor datum 3">
            <a:extLst>
              <a:ext uri="{FF2B5EF4-FFF2-40B4-BE49-F238E27FC236}">
                <a16:creationId xmlns:a16="http://schemas.microsoft.com/office/drawing/2014/main" id="{2B7D42AE-1750-41E9-850D-DC538E8E1318}"/>
              </a:ext>
            </a:extLst>
          </p:cNvPr>
          <p:cNvSpPr>
            <a:spLocks noGrp="1"/>
          </p:cNvSpPr>
          <p:nvPr>
            <p:ph type="dt" sz="half" idx="2"/>
          </p:nvPr>
        </p:nvSpPr>
        <p:spPr>
          <a:xfrm>
            <a:off x="10725844" y="6316306"/>
            <a:ext cx="1116285" cy="289425"/>
          </a:xfrm>
          <a:prstGeom prst="rect">
            <a:avLst/>
          </a:prstGeom>
        </p:spPr>
        <p:txBody>
          <a:bodyPr vert="horz" lIns="0" tIns="0" rIns="0" bIns="0" rtlCol="0" anchor="ctr"/>
          <a:lstStyle>
            <a:lvl1pPr algn="r">
              <a:defRPr sz="1000">
                <a:solidFill>
                  <a:srgbClr val="191915"/>
                </a:solidFill>
              </a:defRPr>
            </a:lvl1pPr>
          </a:lstStyle>
          <a:p>
            <a:fld id="{0D76E99E-3D23-4FA4-98FA-10B0E69CA34A}" type="datetime1">
              <a:rPr lang="nl-NL" smtClean="0"/>
              <a:t>8-2-2023</a:t>
            </a:fld>
            <a:endParaRPr lang="en-US" dirty="0"/>
          </a:p>
        </p:txBody>
      </p:sp>
      <p:sp>
        <p:nvSpPr>
          <p:cNvPr id="6" name="Tijdelijke aanduiding voor dianummer 5">
            <a:extLst>
              <a:ext uri="{FF2B5EF4-FFF2-40B4-BE49-F238E27FC236}">
                <a16:creationId xmlns:a16="http://schemas.microsoft.com/office/drawing/2014/main" id="{EF1CF972-F66C-41C6-AB59-DC02104ACBF3}"/>
              </a:ext>
            </a:extLst>
          </p:cNvPr>
          <p:cNvSpPr>
            <a:spLocks noGrp="1"/>
          </p:cNvSpPr>
          <p:nvPr>
            <p:ph type="sldNum" sz="quarter" idx="4"/>
          </p:nvPr>
        </p:nvSpPr>
        <p:spPr>
          <a:xfrm>
            <a:off x="11486636" y="698400"/>
            <a:ext cx="349200" cy="349200"/>
          </a:xfrm>
          <a:prstGeom prst="rect">
            <a:avLst/>
          </a:prstGeom>
        </p:spPr>
        <p:txBody>
          <a:bodyPr vert="horz" lIns="91440" tIns="45720" rIns="91440" bIns="45720" rtlCol="0" anchor="ctr"/>
          <a:lstStyle>
            <a:lvl1pPr algn="r">
              <a:defRPr sz="1900" b="1">
                <a:solidFill>
                  <a:schemeClr val="bg1"/>
                </a:solidFill>
              </a:defRPr>
            </a:lvl1pPr>
          </a:lstStyle>
          <a:p>
            <a:fld id="{9EEAD1CF-E820-4A55-A7CB-9FF708EB7034}" type="slidenum">
              <a:rPr lang="en-US" smtClean="0"/>
              <a:pPr/>
              <a:t>‹nr.›</a:t>
            </a:fld>
            <a:endParaRPr lang="en-US" dirty="0"/>
          </a:p>
        </p:txBody>
      </p:sp>
      <p:sp>
        <p:nvSpPr>
          <p:cNvPr id="7" name="Titel 6">
            <a:extLst>
              <a:ext uri="{FF2B5EF4-FFF2-40B4-BE49-F238E27FC236}">
                <a16:creationId xmlns:a16="http://schemas.microsoft.com/office/drawing/2014/main" id="{61AF9C54-E89E-45B8-8FE2-31EBA74E271A}"/>
              </a:ext>
            </a:extLst>
          </p:cNvPr>
          <p:cNvSpPr>
            <a:spLocks noGrp="1"/>
          </p:cNvSpPr>
          <p:nvPr>
            <p:ph type="title"/>
          </p:nvPr>
        </p:nvSpPr>
        <p:spPr/>
        <p:txBody>
          <a:bodyPr/>
          <a:lstStyle/>
          <a:p>
            <a:r>
              <a:rPr lang="nl-NL"/>
              <a:t>Klik om stijl te bewerken</a:t>
            </a:r>
          </a:p>
        </p:txBody>
      </p:sp>
    </p:spTree>
    <p:extLst>
      <p:ext uri="{BB962C8B-B14F-4D97-AF65-F5344CB8AC3E}">
        <p14:creationId xmlns:p14="http://schemas.microsoft.com/office/powerpoint/2010/main" val="2895578563"/>
      </p:ext>
    </p:extLst>
  </p:cSld>
  <p:clrMapOvr>
    <a:masterClrMapping/>
  </p:clrMapOvr>
  <p:hf hdr="0" ftr="0"/>
</p:sldLayout>
</file>

<file path=ppt/slideMasters/_rels/slideMaster1.xml.rels><?xml version="1.0" encoding="UTF-8" standalone="yes"?>
<Relationships xmlns="http://schemas.openxmlformats.org/package/2006/relationships"><Relationship Id="rId3" Type="http://schemas.openxmlformats.org/officeDocument/2006/relationships/slideLayout" Target="../slideLayouts/slideLayout3.xml"/><Relationship Id="rId2" Type="http://schemas.openxmlformats.org/officeDocument/2006/relationships/slideLayout" Target="../slideLayouts/slideLayout2.xml"/><Relationship Id="rId1" Type="http://schemas.openxmlformats.org/officeDocument/2006/relationships/slideLayout" Target="../slideLayouts/slideLayout1.xml"/><Relationship Id="rId5" Type="http://schemas.openxmlformats.org/officeDocument/2006/relationships/image" Target="../media/image1.PNG"/><Relationship Id="rId4"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2" name="Tijdelijke aanduiding voor titel 1">
            <a:extLst>
              <a:ext uri="{FF2B5EF4-FFF2-40B4-BE49-F238E27FC236}">
                <a16:creationId xmlns:a16="http://schemas.microsoft.com/office/drawing/2014/main" id="{15AA28C4-9CF5-485B-A935-146E2D18B863}"/>
              </a:ext>
            </a:extLst>
          </p:cNvPr>
          <p:cNvSpPr>
            <a:spLocks noGrp="1"/>
          </p:cNvSpPr>
          <p:nvPr>
            <p:ph type="title"/>
          </p:nvPr>
        </p:nvSpPr>
        <p:spPr>
          <a:xfrm>
            <a:off x="697874" y="664985"/>
            <a:ext cx="8892000" cy="504000"/>
          </a:xfrm>
          <a:prstGeom prst="rect">
            <a:avLst/>
          </a:prstGeom>
        </p:spPr>
        <p:txBody>
          <a:bodyPr vert="horz" lIns="0" tIns="0" rIns="0" bIns="0" rtlCol="0" anchor="t" anchorCtr="0">
            <a:noAutofit/>
          </a:bodyPr>
          <a:lstStyle/>
          <a:p>
            <a:r>
              <a:rPr lang="nl-NL"/>
              <a:t>Klik om stijl te bewerken</a:t>
            </a:r>
            <a:endParaRPr lang="en-US"/>
          </a:p>
        </p:txBody>
      </p:sp>
      <p:sp>
        <p:nvSpPr>
          <p:cNvPr id="3" name="Tijdelijke aanduiding voor tekst 2">
            <a:extLst>
              <a:ext uri="{FF2B5EF4-FFF2-40B4-BE49-F238E27FC236}">
                <a16:creationId xmlns:a16="http://schemas.microsoft.com/office/drawing/2014/main" id="{98434C9F-9534-4593-B0D8-397B64B11D37}"/>
              </a:ext>
            </a:extLst>
          </p:cNvPr>
          <p:cNvSpPr>
            <a:spLocks noGrp="1"/>
          </p:cNvSpPr>
          <p:nvPr>
            <p:ph type="body" idx="1"/>
          </p:nvPr>
        </p:nvSpPr>
        <p:spPr>
          <a:xfrm>
            <a:off x="698400" y="1713600"/>
            <a:ext cx="10786299" cy="4445994"/>
          </a:xfrm>
          <a:prstGeom prst="rect">
            <a:avLst/>
          </a:prstGeom>
        </p:spPr>
        <p:txBody>
          <a:bodyPr vert="horz" lIns="0" tIns="0" rIns="0" bIns="0" rtlCol="0">
            <a:noAutofit/>
          </a:bodyPr>
          <a:lstStyle/>
          <a:p>
            <a:pPr lvl="0"/>
            <a:r>
              <a:rPr lang="nl-NL" dirty="0"/>
              <a:t>Klikken om de tekststijl van het model te bewerken</a:t>
            </a:r>
          </a:p>
        </p:txBody>
      </p:sp>
      <p:sp>
        <p:nvSpPr>
          <p:cNvPr id="4" name="Tijdelijke aanduiding voor datum 3">
            <a:extLst>
              <a:ext uri="{FF2B5EF4-FFF2-40B4-BE49-F238E27FC236}">
                <a16:creationId xmlns:a16="http://schemas.microsoft.com/office/drawing/2014/main" id="{79389A9A-A6B7-4CEF-902F-04A74D6A91A8}"/>
              </a:ext>
            </a:extLst>
          </p:cNvPr>
          <p:cNvSpPr>
            <a:spLocks noGrp="1"/>
          </p:cNvSpPr>
          <p:nvPr>
            <p:ph type="dt" sz="half" idx="2"/>
          </p:nvPr>
        </p:nvSpPr>
        <p:spPr>
          <a:xfrm>
            <a:off x="10725844" y="6316306"/>
            <a:ext cx="1116285" cy="289425"/>
          </a:xfrm>
          <a:prstGeom prst="rect">
            <a:avLst/>
          </a:prstGeom>
        </p:spPr>
        <p:txBody>
          <a:bodyPr vert="horz" lIns="0" tIns="0" rIns="0" bIns="0" rtlCol="0" anchor="ctr"/>
          <a:lstStyle>
            <a:lvl1pPr algn="r">
              <a:defRPr sz="1000">
                <a:solidFill>
                  <a:srgbClr val="191915"/>
                </a:solidFill>
              </a:defRPr>
            </a:lvl1pPr>
          </a:lstStyle>
          <a:p>
            <a:fld id="{41236959-8089-4196-98E9-0FF2CE846AC2}" type="datetime1">
              <a:rPr lang="nl-NL" smtClean="0"/>
              <a:t>8-2-2023</a:t>
            </a:fld>
            <a:endParaRPr lang="en-US" dirty="0"/>
          </a:p>
        </p:txBody>
      </p:sp>
      <p:sp>
        <p:nvSpPr>
          <p:cNvPr id="7" name="Vrije vorm 3">
            <a:extLst>
              <a:ext uri="{FF2B5EF4-FFF2-40B4-BE49-F238E27FC236}">
                <a16:creationId xmlns:a16="http://schemas.microsoft.com/office/drawing/2014/main" id="{6ED72083-7696-498B-BB5F-4FFF933DF177}"/>
              </a:ext>
            </a:extLst>
          </p:cNvPr>
          <p:cNvSpPr/>
          <p:nvPr/>
        </p:nvSpPr>
        <p:spPr>
          <a:xfrm rot="20768424">
            <a:off x="9620665" y="154800"/>
            <a:ext cx="2677960" cy="1326267"/>
          </a:xfrm>
          <a:custGeom>
            <a:avLst/>
            <a:gdLst>
              <a:gd name="connsiteX0" fmla="*/ 2677960 w 2677960"/>
              <a:gd name="connsiteY0" fmla="*/ 380747 h 1329252"/>
              <a:gd name="connsiteX1" fmla="*/ 2480882 w 2677960"/>
              <a:gd name="connsiteY1" fmla="*/ 1179515 h 1329252"/>
              <a:gd name="connsiteX2" fmla="*/ 2424270 w 2677960"/>
              <a:gd name="connsiteY2" fmla="*/ 1210134 h 1329252"/>
              <a:gd name="connsiteX3" fmla="*/ 1612757 w 2677960"/>
              <a:gd name="connsiteY3" fmla="*/ 1293825 h 1329252"/>
              <a:gd name="connsiteX4" fmla="*/ 933304 w 2677960"/>
              <a:gd name="connsiteY4" fmla="*/ 842272 h 1329252"/>
              <a:gd name="connsiteX5" fmla="*/ 902613 w 2677960"/>
              <a:gd name="connsiteY5" fmla="*/ 796555 h 1329252"/>
              <a:gd name="connsiteX6" fmla="*/ 0 w 2677960"/>
              <a:gd name="connsiteY6" fmla="*/ 1055397 h 1329252"/>
              <a:gd name="connsiteX7" fmla="*/ 194864 w 2677960"/>
              <a:gd name="connsiteY7" fmla="*/ 261970 h 1329252"/>
              <a:gd name="connsiteX8" fmla="*/ 695905 w 2677960"/>
              <a:gd name="connsiteY8" fmla="*/ 118452 h 1329252"/>
              <a:gd name="connsiteX9" fmla="*/ 695888 w 2677960"/>
              <a:gd name="connsiteY9" fmla="*/ 116803 h 1329252"/>
              <a:gd name="connsiteX10" fmla="*/ 1102612 w 2677960"/>
              <a:gd name="connsiteY10" fmla="*/ 0 h 1329252"/>
              <a:gd name="connsiteX11" fmla="*/ 1207224 w 2677960"/>
              <a:gd name="connsiteY11" fmla="*/ 133982 h 1329252"/>
              <a:gd name="connsiteX12" fmla="*/ 1811643 w 2677960"/>
              <a:gd name="connsiteY12" fmla="*/ 494935 h 1329252"/>
              <a:gd name="connsiteX13" fmla="*/ 2621201 w 2677960"/>
              <a:gd name="connsiteY13" fmla="*/ 411446 h 1329252"/>
              <a:gd name="connsiteX14" fmla="*/ 2677960 w 2677960"/>
              <a:gd name="connsiteY14" fmla="*/ 380747 h 1329252"/>
              <a:gd name="connsiteX0" fmla="*/ 2677960 w 2677960"/>
              <a:gd name="connsiteY0" fmla="*/ 380747 h 1326267"/>
              <a:gd name="connsiteX1" fmla="*/ 2480882 w 2677960"/>
              <a:gd name="connsiteY1" fmla="*/ 1179515 h 1326267"/>
              <a:gd name="connsiteX2" fmla="*/ 2420426 w 2677960"/>
              <a:gd name="connsiteY2" fmla="*/ 1212456 h 1326267"/>
              <a:gd name="connsiteX3" fmla="*/ 1612757 w 2677960"/>
              <a:gd name="connsiteY3" fmla="*/ 1293825 h 1326267"/>
              <a:gd name="connsiteX4" fmla="*/ 933304 w 2677960"/>
              <a:gd name="connsiteY4" fmla="*/ 842272 h 1326267"/>
              <a:gd name="connsiteX5" fmla="*/ 902613 w 2677960"/>
              <a:gd name="connsiteY5" fmla="*/ 796555 h 1326267"/>
              <a:gd name="connsiteX6" fmla="*/ 0 w 2677960"/>
              <a:gd name="connsiteY6" fmla="*/ 1055397 h 1326267"/>
              <a:gd name="connsiteX7" fmla="*/ 194864 w 2677960"/>
              <a:gd name="connsiteY7" fmla="*/ 261970 h 1326267"/>
              <a:gd name="connsiteX8" fmla="*/ 695905 w 2677960"/>
              <a:gd name="connsiteY8" fmla="*/ 118452 h 1326267"/>
              <a:gd name="connsiteX9" fmla="*/ 695888 w 2677960"/>
              <a:gd name="connsiteY9" fmla="*/ 116803 h 1326267"/>
              <a:gd name="connsiteX10" fmla="*/ 1102612 w 2677960"/>
              <a:gd name="connsiteY10" fmla="*/ 0 h 1326267"/>
              <a:gd name="connsiteX11" fmla="*/ 1207224 w 2677960"/>
              <a:gd name="connsiteY11" fmla="*/ 133982 h 1326267"/>
              <a:gd name="connsiteX12" fmla="*/ 1811643 w 2677960"/>
              <a:gd name="connsiteY12" fmla="*/ 494935 h 1326267"/>
              <a:gd name="connsiteX13" fmla="*/ 2621201 w 2677960"/>
              <a:gd name="connsiteY13" fmla="*/ 411446 h 1326267"/>
              <a:gd name="connsiteX14" fmla="*/ 2677960 w 2677960"/>
              <a:gd name="connsiteY14" fmla="*/ 380747 h 132626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Lst>
            <a:rect l="l" t="t" r="r" b="b"/>
            <a:pathLst>
              <a:path w="2677960" h="1326267">
                <a:moveTo>
                  <a:pt x="2677960" y="380747"/>
                </a:moveTo>
                <a:lnTo>
                  <a:pt x="2480882" y="1179515"/>
                </a:lnTo>
                <a:lnTo>
                  <a:pt x="2420426" y="1212456"/>
                </a:lnTo>
                <a:cubicBezTo>
                  <a:pt x="2176590" y="1329662"/>
                  <a:pt x="1860611" y="1355522"/>
                  <a:pt x="1612757" y="1293825"/>
                </a:cubicBezTo>
                <a:cubicBezTo>
                  <a:pt x="1364903" y="1232128"/>
                  <a:pt x="1094640" y="1059445"/>
                  <a:pt x="933304" y="842272"/>
                </a:cubicBezTo>
                <a:lnTo>
                  <a:pt x="902613" y="796555"/>
                </a:lnTo>
                <a:lnTo>
                  <a:pt x="0" y="1055397"/>
                </a:lnTo>
                <a:lnTo>
                  <a:pt x="194864" y="261970"/>
                </a:lnTo>
                <a:lnTo>
                  <a:pt x="695905" y="118452"/>
                </a:lnTo>
                <a:cubicBezTo>
                  <a:pt x="695899" y="117902"/>
                  <a:pt x="695894" y="117353"/>
                  <a:pt x="695888" y="116803"/>
                </a:cubicBezTo>
                <a:lnTo>
                  <a:pt x="1102612" y="0"/>
                </a:lnTo>
                <a:lnTo>
                  <a:pt x="1207224" y="133982"/>
                </a:lnTo>
                <a:cubicBezTo>
                  <a:pt x="1362719" y="306083"/>
                  <a:pt x="1569504" y="435193"/>
                  <a:pt x="1811643" y="494935"/>
                </a:cubicBezTo>
                <a:cubicBezTo>
                  <a:pt x="2094138" y="564635"/>
                  <a:pt x="2377952" y="528370"/>
                  <a:pt x="2621201" y="411446"/>
                </a:cubicBezTo>
                <a:lnTo>
                  <a:pt x="2677960" y="380747"/>
                </a:lnTo>
                <a:close/>
              </a:path>
            </a:pathLst>
          </a:custGeom>
          <a:solidFill>
            <a:schemeClr val="tx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nl-NL" dirty="0">
              <a:solidFill>
                <a:schemeClr val="tx2"/>
              </a:solidFill>
            </a:endParaRPr>
          </a:p>
        </p:txBody>
      </p:sp>
      <p:pic>
        <p:nvPicPr>
          <p:cNvPr id="32" name="Afbeelding 31">
            <a:extLst>
              <a:ext uri="{FF2B5EF4-FFF2-40B4-BE49-F238E27FC236}">
                <a16:creationId xmlns:a16="http://schemas.microsoft.com/office/drawing/2014/main" id="{EAF16182-8631-477D-B7E4-6B481C078B24}"/>
              </a:ext>
            </a:extLst>
          </p:cNvPr>
          <p:cNvPicPr>
            <a:picLocks noChangeAspect="1"/>
          </p:cNvPicPr>
          <p:nvPr/>
        </p:nvPicPr>
        <p:blipFill>
          <a:blip r:embed="rId5">
            <a:extLst>
              <a:ext uri="{28A0092B-C50C-407E-A947-70E740481C1C}">
                <a14:useLocalDpi xmlns:a14="http://schemas.microsoft.com/office/drawing/2010/main" val="0"/>
              </a:ext>
            </a:extLst>
          </a:blip>
          <a:stretch>
            <a:fillRect/>
          </a:stretch>
        </p:blipFill>
        <p:spPr>
          <a:xfrm>
            <a:off x="319510" y="6364087"/>
            <a:ext cx="2376000" cy="195959"/>
          </a:xfrm>
          <a:prstGeom prst="rect">
            <a:avLst/>
          </a:prstGeom>
        </p:spPr>
      </p:pic>
      <p:sp>
        <p:nvSpPr>
          <p:cNvPr id="6" name="Tijdelijke aanduiding voor dianummer 5">
            <a:extLst>
              <a:ext uri="{FF2B5EF4-FFF2-40B4-BE49-F238E27FC236}">
                <a16:creationId xmlns:a16="http://schemas.microsoft.com/office/drawing/2014/main" id="{5F877076-AD54-4ED3-8717-452EC7B50257}"/>
              </a:ext>
            </a:extLst>
          </p:cNvPr>
          <p:cNvSpPr>
            <a:spLocks noGrp="1"/>
          </p:cNvSpPr>
          <p:nvPr>
            <p:ph type="sldNum" sz="quarter" idx="4"/>
          </p:nvPr>
        </p:nvSpPr>
        <p:spPr>
          <a:xfrm>
            <a:off x="11486636" y="698400"/>
            <a:ext cx="349200" cy="349200"/>
          </a:xfrm>
          <a:prstGeom prst="rect">
            <a:avLst/>
          </a:prstGeom>
        </p:spPr>
        <p:txBody>
          <a:bodyPr vert="horz" lIns="0" tIns="0" rIns="0" bIns="0" rtlCol="0" anchor="ctr"/>
          <a:lstStyle>
            <a:lvl1pPr algn="ctr">
              <a:defRPr sz="1900" b="1">
                <a:solidFill>
                  <a:schemeClr val="bg1"/>
                </a:solidFill>
              </a:defRPr>
            </a:lvl1pPr>
          </a:lstStyle>
          <a:p>
            <a:fld id="{9EEAD1CF-E820-4A55-A7CB-9FF708EB7034}" type="slidenum">
              <a:rPr lang="en-US" smtClean="0"/>
              <a:pPr/>
              <a:t>‹nr.›</a:t>
            </a:fld>
            <a:endParaRPr lang="en-US" dirty="0"/>
          </a:p>
        </p:txBody>
      </p:sp>
      <p:sp>
        <p:nvSpPr>
          <p:cNvPr id="8" name="Vrije vorm 3">
            <a:extLst>
              <a:ext uri="{FF2B5EF4-FFF2-40B4-BE49-F238E27FC236}">
                <a16:creationId xmlns:a16="http://schemas.microsoft.com/office/drawing/2014/main" id="{6BA23161-1EFD-4AC1-8DB1-004EAEDA8F19}"/>
              </a:ext>
            </a:extLst>
          </p:cNvPr>
          <p:cNvSpPr/>
          <p:nvPr userDrawn="1"/>
        </p:nvSpPr>
        <p:spPr>
          <a:xfrm rot="20768424">
            <a:off x="9620665" y="154800"/>
            <a:ext cx="2677960" cy="1326267"/>
          </a:xfrm>
          <a:custGeom>
            <a:avLst/>
            <a:gdLst>
              <a:gd name="connsiteX0" fmla="*/ 2677960 w 2677960"/>
              <a:gd name="connsiteY0" fmla="*/ 380747 h 1329252"/>
              <a:gd name="connsiteX1" fmla="*/ 2480882 w 2677960"/>
              <a:gd name="connsiteY1" fmla="*/ 1179515 h 1329252"/>
              <a:gd name="connsiteX2" fmla="*/ 2424270 w 2677960"/>
              <a:gd name="connsiteY2" fmla="*/ 1210134 h 1329252"/>
              <a:gd name="connsiteX3" fmla="*/ 1612757 w 2677960"/>
              <a:gd name="connsiteY3" fmla="*/ 1293825 h 1329252"/>
              <a:gd name="connsiteX4" fmla="*/ 933304 w 2677960"/>
              <a:gd name="connsiteY4" fmla="*/ 842272 h 1329252"/>
              <a:gd name="connsiteX5" fmla="*/ 902613 w 2677960"/>
              <a:gd name="connsiteY5" fmla="*/ 796555 h 1329252"/>
              <a:gd name="connsiteX6" fmla="*/ 0 w 2677960"/>
              <a:gd name="connsiteY6" fmla="*/ 1055397 h 1329252"/>
              <a:gd name="connsiteX7" fmla="*/ 194864 w 2677960"/>
              <a:gd name="connsiteY7" fmla="*/ 261970 h 1329252"/>
              <a:gd name="connsiteX8" fmla="*/ 695905 w 2677960"/>
              <a:gd name="connsiteY8" fmla="*/ 118452 h 1329252"/>
              <a:gd name="connsiteX9" fmla="*/ 695888 w 2677960"/>
              <a:gd name="connsiteY9" fmla="*/ 116803 h 1329252"/>
              <a:gd name="connsiteX10" fmla="*/ 1102612 w 2677960"/>
              <a:gd name="connsiteY10" fmla="*/ 0 h 1329252"/>
              <a:gd name="connsiteX11" fmla="*/ 1207224 w 2677960"/>
              <a:gd name="connsiteY11" fmla="*/ 133982 h 1329252"/>
              <a:gd name="connsiteX12" fmla="*/ 1811643 w 2677960"/>
              <a:gd name="connsiteY12" fmla="*/ 494935 h 1329252"/>
              <a:gd name="connsiteX13" fmla="*/ 2621201 w 2677960"/>
              <a:gd name="connsiteY13" fmla="*/ 411446 h 1329252"/>
              <a:gd name="connsiteX14" fmla="*/ 2677960 w 2677960"/>
              <a:gd name="connsiteY14" fmla="*/ 380747 h 1329252"/>
              <a:gd name="connsiteX0" fmla="*/ 2677960 w 2677960"/>
              <a:gd name="connsiteY0" fmla="*/ 380747 h 1326267"/>
              <a:gd name="connsiteX1" fmla="*/ 2480882 w 2677960"/>
              <a:gd name="connsiteY1" fmla="*/ 1179515 h 1326267"/>
              <a:gd name="connsiteX2" fmla="*/ 2420426 w 2677960"/>
              <a:gd name="connsiteY2" fmla="*/ 1212456 h 1326267"/>
              <a:gd name="connsiteX3" fmla="*/ 1612757 w 2677960"/>
              <a:gd name="connsiteY3" fmla="*/ 1293825 h 1326267"/>
              <a:gd name="connsiteX4" fmla="*/ 933304 w 2677960"/>
              <a:gd name="connsiteY4" fmla="*/ 842272 h 1326267"/>
              <a:gd name="connsiteX5" fmla="*/ 902613 w 2677960"/>
              <a:gd name="connsiteY5" fmla="*/ 796555 h 1326267"/>
              <a:gd name="connsiteX6" fmla="*/ 0 w 2677960"/>
              <a:gd name="connsiteY6" fmla="*/ 1055397 h 1326267"/>
              <a:gd name="connsiteX7" fmla="*/ 194864 w 2677960"/>
              <a:gd name="connsiteY7" fmla="*/ 261970 h 1326267"/>
              <a:gd name="connsiteX8" fmla="*/ 695905 w 2677960"/>
              <a:gd name="connsiteY8" fmla="*/ 118452 h 1326267"/>
              <a:gd name="connsiteX9" fmla="*/ 695888 w 2677960"/>
              <a:gd name="connsiteY9" fmla="*/ 116803 h 1326267"/>
              <a:gd name="connsiteX10" fmla="*/ 1102612 w 2677960"/>
              <a:gd name="connsiteY10" fmla="*/ 0 h 1326267"/>
              <a:gd name="connsiteX11" fmla="*/ 1207224 w 2677960"/>
              <a:gd name="connsiteY11" fmla="*/ 133982 h 1326267"/>
              <a:gd name="connsiteX12" fmla="*/ 1811643 w 2677960"/>
              <a:gd name="connsiteY12" fmla="*/ 494935 h 1326267"/>
              <a:gd name="connsiteX13" fmla="*/ 2621201 w 2677960"/>
              <a:gd name="connsiteY13" fmla="*/ 411446 h 1326267"/>
              <a:gd name="connsiteX14" fmla="*/ 2677960 w 2677960"/>
              <a:gd name="connsiteY14" fmla="*/ 380747 h 132626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Lst>
            <a:rect l="l" t="t" r="r" b="b"/>
            <a:pathLst>
              <a:path w="2677960" h="1326267">
                <a:moveTo>
                  <a:pt x="2677960" y="380747"/>
                </a:moveTo>
                <a:lnTo>
                  <a:pt x="2480882" y="1179515"/>
                </a:lnTo>
                <a:lnTo>
                  <a:pt x="2420426" y="1212456"/>
                </a:lnTo>
                <a:cubicBezTo>
                  <a:pt x="2176590" y="1329662"/>
                  <a:pt x="1860611" y="1355522"/>
                  <a:pt x="1612757" y="1293825"/>
                </a:cubicBezTo>
                <a:cubicBezTo>
                  <a:pt x="1364903" y="1232128"/>
                  <a:pt x="1094640" y="1059445"/>
                  <a:pt x="933304" y="842272"/>
                </a:cubicBezTo>
                <a:lnTo>
                  <a:pt x="902613" y="796555"/>
                </a:lnTo>
                <a:lnTo>
                  <a:pt x="0" y="1055397"/>
                </a:lnTo>
                <a:lnTo>
                  <a:pt x="194864" y="261970"/>
                </a:lnTo>
                <a:lnTo>
                  <a:pt x="695905" y="118452"/>
                </a:lnTo>
                <a:cubicBezTo>
                  <a:pt x="695899" y="117902"/>
                  <a:pt x="695894" y="117353"/>
                  <a:pt x="695888" y="116803"/>
                </a:cubicBezTo>
                <a:lnTo>
                  <a:pt x="1102612" y="0"/>
                </a:lnTo>
                <a:lnTo>
                  <a:pt x="1207224" y="133982"/>
                </a:lnTo>
                <a:cubicBezTo>
                  <a:pt x="1362719" y="306083"/>
                  <a:pt x="1569504" y="435193"/>
                  <a:pt x="1811643" y="494935"/>
                </a:cubicBezTo>
                <a:cubicBezTo>
                  <a:pt x="2094138" y="564635"/>
                  <a:pt x="2377952" y="528370"/>
                  <a:pt x="2621201" y="411446"/>
                </a:cubicBezTo>
                <a:lnTo>
                  <a:pt x="2677960" y="380747"/>
                </a:lnTo>
                <a:close/>
              </a:path>
            </a:pathLst>
          </a:custGeom>
          <a:solidFill>
            <a:schemeClr val="tx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nl-NL" dirty="0">
              <a:solidFill>
                <a:schemeClr val="tx2"/>
              </a:solidFill>
            </a:endParaRPr>
          </a:p>
        </p:txBody>
      </p:sp>
      <p:pic>
        <p:nvPicPr>
          <p:cNvPr id="9" name="Afbeelding 8">
            <a:extLst>
              <a:ext uri="{FF2B5EF4-FFF2-40B4-BE49-F238E27FC236}">
                <a16:creationId xmlns:a16="http://schemas.microsoft.com/office/drawing/2014/main" id="{A490A6BB-CEFB-441E-B5E0-5DBEED6EC891}"/>
              </a:ext>
            </a:extLst>
          </p:cNvPr>
          <p:cNvPicPr>
            <a:picLocks noChangeAspect="1"/>
          </p:cNvPicPr>
          <p:nvPr userDrawn="1"/>
        </p:nvPicPr>
        <p:blipFill>
          <a:blip r:embed="rId5">
            <a:extLst>
              <a:ext uri="{28A0092B-C50C-407E-A947-70E740481C1C}">
                <a14:useLocalDpi xmlns:a14="http://schemas.microsoft.com/office/drawing/2010/main" val="0"/>
              </a:ext>
            </a:extLst>
          </a:blip>
          <a:stretch>
            <a:fillRect/>
          </a:stretch>
        </p:blipFill>
        <p:spPr>
          <a:xfrm>
            <a:off x="319510" y="6364087"/>
            <a:ext cx="2376000" cy="195959"/>
          </a:xfrm>
          <a:prstGeom prst="rect">
            <a:avLst/>
          </a:prstGeom>
        </p:spPr>
      </p:pic>
    </p:spTree>
    <p:extLst>
      <p:ext uri="{BB962C8B-B14F-4D97-AF65-F5344CB8AC3E}">
        <p14:creationId xmlns:p14="http://schemas.microsoft.com/office/powerpoint/2010/main" val="1307949480"/>
      </p:ext>
    </p:extLst>
  </p:cSld>
  <p:clrMap bg1="lt1" tx1="dk1" bg2="lt2" tx2="dk2" accent1="accent1" accent2="accent2" accent3="accent3" accent4="accent4" accent5="accent5" accent6="accent6" hlink="hlink" folHlink="folHlink"/>
  <p:sldLayoutIdLst>
    <p:sldLayoutId id="2147483656" r:id="rId1"/>
    <p:sldLayoutId id="2147483657" r:id="rId2"/>
    <p:sldLayoutId id="2147483651" r:id="rId3"/>
  </p:sldLayoutIdLst>
  <p:hf hdr="0" ftr="0"/>
  <p:txStyles>
    <p:titleStyle>
      <a:lvl1pPr algn="l" defTabSz="914400" rtl="0" eaLnBrk="1" latinLnBrk="0" hangingPunct="1">
        <a:lnSpc>
          <a:spcPct val="85000"/>
        </a:lnSpc>
        <a:spcBef>
          <a:spcPct val="0"/>
        </a:spcBef>
        <a:buNone/>
        <a:defRPr sz="3300" b="1" kern="1200">
          <a:solidFill>
            <a:schemeClr val="tx2"/>
          </a:solidFill>
          <a:latin typeface="+mj-lt"/>
          <a:ea typeface="+mj-ea"/>
          <a:cs typeface="+mj-cs"/>
        </a:defRPr>
      </a:lvl1pPr>
    </p:titleStyle>
    <p:bodyStyle>
      <a:lvl1pPr marL="0" indent="0" algn="l" defTabSz="914400" rtl="0" eaLnBrk="1" latinLnBrk="0" hangingPunct="1">
        <a:lnSpc>
          <a:spcPct val="111000"/>
        </a:lnSpc>
        <a:spcBef>
          <a:spcPts val="0"/>
        </a:spcBef>
        <a:buFontTx/>
        <a:buNone/>
        <a:defRPr sz="1900" b="0" kern="1200">
          <a:solidFill>
            <a:schemeClr val="tx1"/>
          </a:solidFill>
          <a:latin typeface="+mn-lt"/>
          <a:ea typeface="+mn-ea"/>
          <a:cs typeface="+mn-cs"/>
        </a:defRPr>
      </a:lvl1pPr>
      <a:lvl2pPr marL="0" indent="0" algn="l" defTabSz="914400" rtl="0" eaLnBrk="1" latinLnBrk="0" hangingPunct="1">
        <a:lnSpc>
          <a:spcPct val="111000"/>
        </a:lnSpc>
        <a:spcBef>
          <a:spcPts val="0"/>
        </a:spcBef>
        <a:buFontTx/>
        <a:buNone/>
        <a:defRPr sz="1900" kern="1200">
          <a:solidFill>
            <a:schemeClr val="tx1"/>
          </a:solidFill>
          <a:latin typeface="+mn-lt"/>
          <a:ea typeface="+mn-ea"/>
          <a:cs typeface="+mn-cs"/>
        </a:defRPr>
      </a:lvl2pPr>
      <a:lvl3pPr marL="0" indent="0" algn="l" defTabSz="914400" rtl="0" eaLnBrk="1" latinLnBrk="0" hangingPunct="1">
        <a:lnSpc>
          <a:spcPct val="111000"/>
        </a:lnSpc>
        <a:spcBef>
          <a:spcPts val="0"/>
        </a:spcBef>
        <a:buFontTx/>
        <a:buNone/>
        <a:defRPr sz="1900" kern="1200">
          <a:solidFill>
            <a:schemeClr val="tx1"/>
          </a:solidFill>
          <a:latin typeface="+mn-lt"/>
          <a:ea typeface="+mn-ea"/>
          <a:cs typeface="+mn-cs"/>
        </a:defRPr>
      </a:lvl3pPr>
      <a:lvl4pPr marL="0" indent="0" algn="l" defTabSz="914400" rtl="0" eaLnBrk="1" latinLnBrk="0" hangingPunct="1">
        <a:lnSpc>
          <a:spcPct val="111000"/>
        </a:lnSpc>
        <a:spcBef>
          <a:spcPts val="0"/>
        </a:spcBef>
        <a:buFontTx/>
        <a:buNone/>
        <a:defRPr sz="1900" kern="1200">
          <a:solidFill>
            <a:schemeClr val="tx1"/>
          </a:solidFill>
          <a:latin typeface="+mn-lt"/>
          <a:ea typeface="+mn-ea"/>
          <a:cs typeface="+mn-cs"/>
        </a:defRPr>
      </a:lvl4pPr>
      <a:lvl5pPr marL="0" indent="0" algn="l" defTabSz="914400" rtl="0" eaLnBrk="1" latinLnBrk="0" hangingPunct="1">
        <a:lnSpc>
          <a:spcPct val="111000"/>
        </a:lnSpc>
        <a:spcBef>
          <a:spcPts val="0"/>
        </a:spcBef>
        <a:buFontTx/>
        <a:buNone/>
        <a:defRPr sz="1900" kern="1200">
          <a:solidFill>
            <a:schemeClr val="tx1"/>
          </a:solidFill>
          <a:latin typeface="+mn-lt"/>
          <a:ea typeface="+mn-ea"/>
          <a:cs typeface="+mn-cs"/>
        </a:defRPr>
      </a:lvl5pPr>
      <a:lvl6pPr marL="0" indent="0" algn="l" defTabSz="914400" rtl="0" eaLnBrk="1" latinLnBrk="0" hangingPunct="1">
        <a:lnSpc>
          <a:spcPct val="111000"/>
        </a:lnSpc>
        <a:spcBef>
          <a:spcPts val="0"/>
        </a:spcBef>
        <a:buFontTx/>
        <a:buNone/>
        <a:defRPr sz="1900" kern="1200">
          <a:solidFill>
            <a:schemeClr val="tx1"/>
          </a:solidFill>
          <a:latin typeface="+mn-lt"/>
          <a:ea typeface="+mn-ea"/>
          <a:cs typeface="+mn-cs"/>
        </a:defRPr>
      </a:lvl6pPr>
      <a:lvl7pPr marL="0" indent="0" algn="l" defTabSz="914400" rtl="0" eaLnBrk="1" latinLnBrk="0" hangingPunct="1">
        <a:lnSpc>
          <a:spcPct val="111000"/>
        </a:lnSpc>
        <a:spcBef>
          <a:spcPts val="0"/>
        </a:spcBef>
        <a:buFontTx/>
        <a:buNone/>
        <a:defRPr sz="1900" kern="1200">
          <a:solidFill>
            <a:schemeClr val="tx1"/>
          </a:solidFill>
          <a:latin typeface="+mn-lt"/>
          <a:ea typeface="+mn-ea"/>
          <a:cs typeface="+mn-cs"/>
        </a:defRPr>
      </a:lvl7pPr>
      <a:lvl8pPr marL="0" indent="0" algn="l" defTabSz="914400" rtl="0" eaLnBrk="1" latinLnBrk="0" hangingPunct="1">
        <a:lnSpc>
          <a:spcPct val="111000"/>
        </a:lnSpc>
        <a:spcBef>
          <a:spcPts val="0"/>
        </a:spcBef>
        <a:buFontTx/>
        <a:buNone/>
        <a:defRPr sz="1900" kern="1200">
          <a:solidFill>
            <a:schemeClr val="tx1"/>
          </a:solidFill>
          <a:latin typeface="+mn-lt"/>
          <a:ea typeface="+mn-ea"/>
          <a:cs typeface="+mn-cs"/>
        </a:defRPr>
      </a:lvl8pPr>
      <a:lvl9pPr marL="0" indent="0" algn="l" defTabSz="914400" rtl="0" eaLnBrk="1" latinLnBrk="0" hangingPunct="1">
        <a:lnSpc>
          <a:spcPct val="111000"/>
        </a:lnSpc>
        <a:spcBef>
          <a:spcPts val="0"/>
        </a:spcBef>
        <a:buFontTx/>
        <a:buNone/>
        <a:defRPr sz="1900" kern="1200">
          <a:solidFill>
            <a:schemeClr val="tx1"/>
          </a:solidFill>
          <a:latin typeface="+mn-lt"/>
          <a:ea typeface="+mn-ea"/>
          <a:cs typeface="+mn-cs"/>
        </a:defRPr>
      </a:lvl9pPr>
    </p:bodyStyle>
    <p:otherStyle>
      <a:defPPr>
        <a:defRPr lang="nl-NL"/>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3" Type="http://schemas.openxmlformats.org/officeDocument/2006/relationships/image" Target="../media/image6.jpg"/><Relationship Id="rId2" Type="http://schemas.openxmlformats.org/officeDocument/2006/relationships/image" Target="../media/image5.png"/><Relationship Id="rId1" Type="http://schemas.openxmlformats.org/officeDocument/2006/relationships/slideLayout" Target="../slideLayouts/slideLayout2.xml"/><Relationship Id="rId5" Type="http://schemas.openxmlformats.org/officeDocument/2006/relationships/image" Target="../media/image8.jpg"/><Relationship Id="rId4" Type="http://schemas.openxmlformats.org/officeDocument/2006/relationships/image" Target="../media/image7.jpg"/></Relationships>
</file>

<file path=ppt/slides/_rels/slide5.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image" Target="../media/image9.jpeg"/><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2" Type="http://schemas.openxmlformats.org/officeDocument/2006/relationships/image" Target="../media/image11.png"/><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0" name="Tijdelijke aanduiding voor afbeelding 19" descr="Afbeelding met gras, lucht, buiten, transport&#10;&#10;Automatisch gegenereerde beschrijving">
            <a:extLst>
              <a:ext uri="{FF2B5EF4-FFF2-40B4-BE49-F238E27FC236}">
                <a16:creationId xmlns:a16="http://schemas.microsoft.com/office/drawing/2014/main" id="{F3E6087C-F57B-4373-8E81-4FFE065CB59A}"/>
              </a:ext>
            </a:extLst>
          </p:cNvPr>
          <p:cNvPicPr>
            <a:picLocks noGrp="1" noChangeAspect="1"/>
          </p:cNvPicPr>
          <p:nvPr>
            <p:ph type="pic" sz="quarter" idx="11"/>
          </p:nvPr>
        </p:nvPicPr>
        <p:blipFill>
          <a:blip r:embed="rId2">
            <a:extLst>
              <a:ext uri="{28A0092B-C50C-407E-A947-70E740481C1C}">
                <a14:useLocalDpi xmlns:a14="http://schemas.microsoft.com/office/drawing/2010/main" val="0"/>
              </a:ext>
            </a:extLst>
          </a:blip>
          <a:srcRect t="10129" b="10129"/>
          <a:stretch>
            <a:fillRect/>
          </a:stretch>
        </p:blipFill>
        <p:spPr/>
      </p:pic>
      <p:sp>
        <p:nvSpPr>
          <p:cNvPr id="32" name="Titel 31">
            <a:extLst>
              <a:ext uri="{FF2B5EF4-FFF2-40B4-BE49-F238E27FC236}">
                <a16:creationId xmlns:a16="http://schemas.microsoft.com/office/drawing/2014/main" id="{F554F70C-71EE-49E1-85FA-484F807AF922}"/>
              </a:ext>
            </a:extLst>
          </p:cNvPr>
          <p:cNvSpPr>
            <a:spLocks noGrp="1"/>
          </p:cNvSpPr>
          <p:nvPr>
            <p:ph type="ctrTitle"/>
          </p:nvPr>
        </p:nvSpPr>
        <p:spPr>
          <a:xfrm>
            <a:off x="2459330" y="5746099"/>
            <a:ext cx="3292722" cy="859632"/>
          </a:xfrm>
        </p:spPr>
        <p:txBody>
          <a:bodyPr/>
          <a:lstStyle/>
          <a:p>
            <a:r>
              <a:rPr lang="nl-NL" dirty="0"/>
              <a:t>HyDAMO Validatietool bij Waterschap Aa en Maas</a:t>
            </a:r>
          </a:p>
        </p:txBody>
      </p:sp>
      <p:sp>
        <p:nvSpPr>
          <p:cNvPr id="4" name="Tijdelijke aanduiding voor datum 3">
            <a:extLst>
              <a:ext uri="{FF2B5EF4-FFF2-40B4-BE49-F238E27FC236}">
                <a16:creationId xmlns:a16="http://schemas.microsoft.com/office/drawing/2014/main" id="{688234B1-2C00-4EAE-8251-C0CCC4DB440E}"/>
              </a:ext>
            </a:extLst>
          </p:cNvPr>
          <p:cNvSpPr>
            <a:spLocks noGrp="1"/>
          </p:cNvSpPr>
          <p:nvPr>
            <p:ph type="dt" sz="half" idx="10"/>
          </p:nvPr>
        </p:nvSpPr>
        <p:spPr/>
        <p:txBody>
          <a:bodyPr/>
          <a:lstStyle/>
          <a:p>
            <a:fld id="{6152DD1B-4B8B-4F8F-8A78-B1650988EFE1}" type="datetime1">
              <a:rPr lang="nl-NL" smtClean="0"/>
              <a:pPr/>
              <a:t>8-2-2023</a:t>
            </a:fld>
            <a:endParaRPr lang="en-US" dirty="0"/>
          </a:p>
        </p:txBody>
      </p:sp>
      <p:sp>
        <p:nvSpPr>
          <p:cNvPr id="5" name="Titel 31">
            <a:extLst>
              <a:ext uri="{FF2B5EF4-FFF2-40B4-BE49-F238E27FC236}">
                <a16:creationId xmlns:a16="http://schemas.microsoft.com/office/drawing/2014/main" id="{3A2763C4-0FD7-46CC-BE36-07842A79E6AE}"/>
              </a:ext>
            </a:extLst>
          </p:cNvPr>
          <p:cNvSpPr txBox="1">
            <a:spLocks/>
          </p:cNvSpPr>
          <p:nvPr/>
        </p:nvSpPr>
        <p:spPr>
          <a:xfrm>
            <a:off x="6316910" y="6605731"/>
            <a:ext cx="5875090" cy="859632"/>
          </a:xfrm>
          <a:prstGeom prst="rect">
            <a:avLst/>
          </a:prstGeom>
        </p:spPr>
        <p:txBody>
          <a:bodyPr vert="horz" lIns="0" tIns="0" rIns="0" bIns="0" rtlCol="0" anchor="t" anchorCtr="0">
            <a:noAutofit/>
          </a:bodyPr>
          <a:lstStyle>
            <a:lvl1pPr algn="l" defTabSz="914400" rtl="0" eaLnBrk="1" latinLnBrk="0" hangingPunct="1">
              <a:lnSpc>
                <a:spcPct val="85000"/>
              </a:lnSpc>
              <a:spcBef>
                <a:spcPct val="0"/>
              </a:spcBef>
              <a:buNone/>
              <a:defRPr sz="2700" b="1" kern="1200">
                <a:solidFill>
                  <a:schemeClr val="bg1"/>
                </a:solidFill>
                <a:latin typeface="+mj-lt"/>
                <a:ea typeface="+mj-ea"/>
                <a:cs typeface="+mj-cs"/>
              </a:defRPr>
            </a:lvl1pPr>
          </a:lstStyle>
          <a:p>
            <a:r>
              <a:rPr lang="nl-NL" sz="1600" dirty="0"/>
              <a:t>HyDAMO Validatietool gebruiksmiddag donderdag 9 februari 2023</a:t>
            </a:r>
          </a:p>
        </p:txBody>
      </p:sp>
    </p:spTree>
    <p:extLst>
      <p:ext uri="{BB962C8B-B14F-4D97-AF65-F5344CB8AC3E}">
        <p14:creationId xmlns:p14="http://schemas.microsoft.com/office/powerpoint/2010/main" val="861591745"/>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jdelijke aanduiding voor inhoud 2">
            <a:extLst>
              <a:ext uri="{FF2B5EF4-FFF2-40B4-BE49-F238E27FC236}">
                <a16:creationId xmlns:a16="http://schemas.microsoft.com/office/drawing/2014/main" id="{11A5D2E4-24DA-4A44-936D-6BBA211BA036}"/>
              </a:ext>
            </a:extLst>
          </p:cNvPr>
          <p:cNvSpPr>
            <a:spLocks noGrp="1"/>
          </p:cNvSpPr>
          <p:nvPr>
            <p:ph idx="1"/>
          </p:nvPr>
        </p:nvSpPr>
        <p:spPr/>
        <p:txBody>
          <a:bodyPr/>
          <a:lstStyle/>
          <a:p>
            <a:pPr marL="342900" lvl="1" indent="-342900">
              <a:buFont typeface="Arial" panose="020B0604020202020204" pitchFamily="34" charset="0"/>
              <a:buChar char="•"/>
            </a:pPr>
            <a:r>
              <a:rPr lang="nl-NL" dirty="0"/>
              <a:t>Aanvulling op bestaande validatie. De validatietool controleert op meer punten.</a:t>
            </a:r>
          </a:p>
          <a:p>
            <a:pPr marL="342900" lvl="1" indent="-342900">
              <a:buFont typeface="Arial" panose="020B0604020202020204" pitchFamily="34" charset="0"/>
              <a:buChar char="•"/>
            </a:pPr>
            <a:endParaRPr lang="nl-NL" dirty="0"/>
          </a:p>
          <a:p>
            <a:pPr marL="342900" lvl="1" indent="-342900">
              <a:buFont typeface="Arial" panose="020B0604020202020204" pitchFamily="34" charset="0"/>
              <a:buChar char="•"/>
            </a:pPr>
            <a:r>
              <a:rPr lang="nl-NL" dirty="0"/>
              <a:t>Validatietool wordt nu gebruikt om data te controleren alvorens er een model van de genereren met D-HyDAMO.</a:t>
            </a:r>
          </a:p>
          <a:p>
            <a:pPr lvl="1"/>
            <a:endParaRPr lang="nl-NL" dirty="0"/>
          </a:p>
          <a:p>
            <a:pPr marL="342900" lvl="1" indent="-342900">
              <a:buFont typeface="Arial" panose="020B0604020202020204" pitchFamily="34" charset="0"/>
              <a:buChar char="•"/>
            </a:pPr>
            <a:r>
              <a:rPr lang="nl-NL" dirty="0"/>
              <a:t>Verbeteren van data beheerregister. Fouten worden teruggekoppeld aan de beheerders van het beheerregister en gerepareerd.</a:t>
            </a:r>
          </a:p>
          <a:p>
            <a:pPr marL="342900" lvl="1" indent="-342900">
              <a:buFont typeface="Arial" panose="020B0604020202020204" pitchFamily="34" charset="0"/>
              <a:buChar char="•"/>
            </a:pPr>
            <a:endParaRPr lang="nl-NL" dirty="0"/>
          </a:p>
          <a:p>
            <a:pPr marL="342900" lvl="1" indent="-342900">
              <a:buFont typeface="Arial" panose="020B0604020202020204" pitchFamily="34" charset="0"/>
              <a:buChar char="•"/>
            </a:pPr>
            <a:r>
              <a:rPr lang="nl-NL" dirty="0"/>
              <a:t>Helpt in het voorkomen van fouten en/ of het analyseren van foutmeldingen in de D-HyDAMO notebooks.</a:t>
            </a:r>
          </a:p>
          <a:p>
            <a:pPr lvl="1"/>
            <a:endParaRPr lang="nl-NL" dirty="0"/>
          </a:p>
          <a:p>
            <a:pPr marL="342900" lvl="1" indent="-342900">
              <a:buFont typeface="Arial" panose="020B0604020202020204" pitchFamily="34" charset="0"/>
              <a:buChar char="•"/>
            </a:pPr>
            <a:r>
              <a:rPr lang="nl-NL" dirty="0"/>
              <a:t>Bewustwording bijzondere/ afwijkende locaties.</a:t>
            </a:r>
          </a:p>
          <a:p>
            <a:pPr lvl="1"/>
            <a:endParaRPr lang="nl-NL" dirty="0"/>
          </a:p>
        </p:txBody>
      </p:sp>
      <p:sp>
        <p:nvSpPr>
          <p:cNvPr id="5" name="Tijdelijke aanduiding voor datum 4">
            <a:extLst>
              <a:ext uri="{FF2B5EF4-FFF2-40B4-BE49-F238E27FC236}">
                <a16:creationId xmlns:a16="http://schemas.microsoft.com/office/drawing/2014/main" id="{F0DC846C-9423-49D5-B4A6-457690533E65}"/>
              </a:ext>
            </a:extLst>
          </p:cNvPr>
          <p:cNvSpPr>
            <a:spLocks noGrp="1"/>
          </p:cNvSpPr>
          <p:nvPr>
            <p:ph type="dt" sz="half" idx="2"/>
          </p:nvPr>
        </p:nvSpPr>
        <p:spPr/>
        <p:txBody>
          <a:bodyPr/>
          <a:lstStyle/>
          <a:p>
            <a:fld id="{0D76E99E-3D23-4FA4-98FA-10B0E69CA34A}" type="datetime1">
              <a:rPr lang="nl-NL" smtClean="0"/>
              <a:pPr/>
              <a:t>8-2-2023</a:t>
            </a:fld>
            <a:endParaRPr lang="en-US" dirty="0"/>
          </a:p>
        </p:txBody>
      </p:sp>
      <p:sp>
        <p:nvSpPr>
          <p:cNvPr id="6" name="Tijdelijke aanduiding voor dianummer 5">
            <a:extLst>
              <a:ext uri="{FF2B5EF4-FFF2-40B4-BE49-F238E27FC236}">
                <a16:creationId xmlns:a16="http://schemas.microsoft.com/office/drawing/2014/main" id="{1E4D6977-9B35-435F-8753-B0685D59C757}"/>
              </a:ext>
            </a:extLst>
          </p:cNvPr>
          <p:cNvSpPr>
            <a:spLocks noGrp="1"/>
          </p:cNvSpPr>
          <p:nvPr>
            <p:ph type="sldNum" sz="quarter" idx="4"/>
          </p:nvPr>
        </p:nvSpPr>
        <p:spPr/>
        <p:txBody>
          <a:bodyPr/>
          <a:lstStyle/>
          <a:p>
            <a:fld id="{9EEAD1CF-E820-4A55-A7CB-9FF708EB7034}" type="slidenum">
              <a:rPr lang="en-US" smtClean="0"/>
              <a:pPr/>
              <a:t>2</a:t>
            </a:fld>
            <a:endParaRPr lang="en-US" dirty="0"/>
          </a:p>
        </p:txBody>
      </p:sp>
      <p:sp>
        <p:nvSpPr>
          <p:cNvPr id="2" name="Titel 1">
            <a:extLst>
              <a:ext uri="{FF2B5EF4-FFF2-40B4-BE49-F238E27FC236}">
                <a16:creationId xmlns:a16="http://schemas.microsoft.com/office/drawing/2014/main" id="{F7DF34CF-6130-4B61-B08A-BFC6D1BBFB49}"/>
              </a:ext>
            </a:extLst>
          </p:cNvPr>
          <p:cNvSpPr>
            <a:spLocks noGrp="1"/>
          </p:cNvSpPr>
          <p:nvPr>
            <p:ph type="title"/>
          </p:nvPr>
        </p:nvSpPr>
        <p:spPr/>
        <p:txBody>
          <a:bodyPr/>
          <a:lstStyle/>
          <a:p>
            <a:r>
              <a:rPr lang="nl-NL" dirty="0"/>
              <a:t>Waarom/ waarvoor gebruiken jullie de validatietool?</a:t>
            </a:r>
          </a:p>
        </p:txBody>
      </p:sp>
    </p:spTree>
    <p:extLst>
      <p:ext uri="{BB962C8B-B14F-4D97-AF65-F5344CB8AC3E}">
        <p14:creationId xmlns:p14="http://schemas.microsoft.com/office/powerpoint/2010/main" val="1570284740"/>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jdelijke aanduiding voor inhoud 1">
            <a:extLst>
              <a:ext uri="{FF2B5EF4-FFF2-40B4-BE49-F238E27FC236}">
                <a16:creationId xmlns:a16="http://schemas.microsoft.com/office/drawing/2014/main" id="{ECD817B1-6E3D-4232-BB3A-190CCB1E39D0}"/>
              </a:ext>
            </a:extLst>
          </p:cNvPr>
          <p:cNvSpPr>
            <a:spLocks noGrp="1"/>
          </p:cNvSpPr>
          <p:nvPr>
            <p:ph idx="1"/>
          </p:nvPr>
        </p:nvSpPr>
        <p:spPr/>
        <p:txBody>
          <a:bodyPr/>
          <a:lstStyle/>
          <a:p>
            <a:pPr marL="342900" indent="-342900">
              <a:buFont typeface="Arial" panose="020B0604020202020204" pitchFamily="34" charset="0"/>
              <a:buChar char="•"/>
            </a:pPr>
            <a:r>
              <a:rPr lang="nl-NL" dirty="0"/>
              <a:t>Vertrouwen in de data. We zijn weinig fouten tegen gekomen.</a:t>
            </a:r>
          </a:p>
          <a:p>
            <a:pPr marL="342900" indent="-342900">
              <a:buFont typeface="Arial" panose="020B0604020202020204" pitchFamily="34" charset="0"/>
              <a:buChar char="•"/>
            </a:pPr>
            <a:endParaRPr lang="nl-NL" dirty="0"/>
          </a:p>
          <a:p>
            <a:pPr marL="342900" indent="-342900">
              <a:buFont typeface="Arial" panose="020B0604020202020204" pitchFamily="34" charset="0"/>
              <a:buChar char="•"/>
            </a:pPr>
            <a:r>
              <a:rPr lang="nl-NL" dirty="0"/>
              <a:t>Door het gebruik van de validatietool hebben we een aantal topologische fouten opgelost. Er zaten een aantal waterlopen in ons beheerregister niet waren gesplitst. Dit hebben we in één keer opgelost door een geopackage te maken met alle hydro_objects, deze te valideren en vervolgens te herstellen in het beheerregister.</a:t>
            </a:r>
          </a:p>
          <a:p>
            <a:pPr marL="342900" indent="-342900">
              <a:buFont typeface="Arial" panose="020B0604020202020204" pitchFamily="34" charset="0"/>
              <a:buChar char="•"/>
            </a:pPr>
            <a:endParaRPr lang="nl-NL" dirty="0"/>
          </a:p>
          <a:p>
            <a:pPr marL="342900" indent="-342900">
              <a:buFont typeface="Arial" panose="020B0604020202020204" pitchFamily="34" charset="0"/>
              <a:buChar char="•"/>
            </a:pPr>
            <a:r>
              <a:rPr lang="nl-NL" dirty="0"/>
              <a:t>Er kwamen veel meldingen naar voren die niet per definitie fout waren. Dit stimuleert wel om bijzondere situaties in het watersysteem te bestuderen.</a:t>
            </a:r>
          </a:p>
          <a:p>
            <a:pPr marL="342900" indent="-342900">
              <a:buFont typeface="Arial" panose="020B0604020202020204" pitchFamily="34" charset="0"/>
              <a:buChar char="•"/>
            </a:pPr>
            <a:endParaRPr lang="nl-NL" dirty="0"/>
          </a:p>
        </p:txBody>
      </p:sp>
      <p:sp>
        <p:nvSpPr>
          <p:cNvPr id="3" name="Tijdelijke aanduiding voor datum 2">
            <a:extLst>
              <a:ext uri="{FF2B5EF4-FFF2-40B4-BE49-F238E27FC236}">
                <a16:creationId xmlns:a16="http://schemas.microsoft.com/office/drawing/2014/main" id="{909E3059-4B35-480F-896D-83B443E0981A}"/>
              </a:ext>
            </a:extLst>
          </p:cNvPr>
          <p:cNvSpPr>
            <a:spLocks noGrp="1"/>
          </p:cNvSpPr>
          <p:nvPr>
            <p:ph type="dt" sz="half" idx="2"/>
          </p:nvPr>
        </p:nvSpPr>
        <p:spPr/>
        <p:txBody>
          <a:bodyPr/>
          <a:lstStyle/>
          <a:p>
            <a:fld id="{0D76E99E-3D23-4FA4-98FA-10B0E69CA34A}" type="datetime1">
              <a:rPr lang="nl-NL" smtClean="0"/>
              <a:t>8-2-2023</a:t>
            </a:fld>
            <a:endParaRPr lang="en-US" dirty="0"/>
          </a:p>
        </p:txBody>
      </p:sp>
      <p:sp>
        <p:nvSpPr>
          <p:cNvPr id="4" name="Tijdelijke aanduiding voor dianummer 3">
            <a:extLst>
              <a:ext uri="{FF2B5EF4-FFF2-40B4-BE49-F238E27FC236}">
                <a16:creationId xmlns:a16="http://schemas.microsoft.com/office/drawing/2014/main" id="{D4678C90-E636-4B37-8904-BD4CEB68BDE8}"/>
              </a:ext>
            </a:extLst>
          </p:cNvPr>
          <p:cNvSpPr>
            <a:spLocks noGrp="1"/>
          </p:cNvSpPr>
          <p:nvPr>
            <p:ph type="sldNum" sz="quarter" idx="4"/>
          </p:nvPr>
        </p:nvSpPr>
        <p:spPr/>
        <p:txBody>
          <a:bodyPr/>
          <a:lstStyle/>
          <a:p>
            <a:fld id="{9EEAD1CF-E820-4A55-A7CB-9FF708EB7034}" type="slidenum">
              <a:rPr lang="en-US" smtClean="0"/>
              <a:pPr/>
              <a:t>3</a:t>
            </a:fld>
            <a:endParaRPr lang="en-US" dirty="0"/>
          </a:p>
        </p:txBody>
      </p:sp>
      <p:sp>
        <p:nvSpPr>
          <p:cNvPr id="5" name="Titel 4">
            <a:extLst>
              <a:ext uri="{FF2B5EF4-FFF2-40B4-BE49-F238E27FC236}">
                <a16:creationId xmlns:a16="http://schemas.microsoft.com/office/drawing/2014/main" id="{373FB737-FDFB-42ED-8F15-3DE384BFDF5B}"/>
              </a:ext>
            </a:extLst>
          </p:cNvPr>
          <p:cNvSpPr>
            <a:spLocks noGrp="1"/>
          </p:cNvSpPr>
          <p:nvPr>
            <p:ph type="title"/>
          </p:nvPr>
        </p:nvSpPr>
        <p:spPr/>
        <p:txBody>
          <a:bodyPr/>
          <a:lstStyle/>
          <a:p>
            <a:r>
              <a:rPr lang="nl-NL" dirty="0"/>
              <a:t>Wat heeft het gebruik jullie opgeleverd?</a:t>
            </a:r>
          </a:p>
        </p:txBody>
      </p:sp>
      <p:pic>
        <p:nvPicPr>
          <p:cNvPr id="7" name="Afbeelding 6">
            <a:extLst>
              <a:ext uri="{FF2B5EF4-FFF2-40B4-BE49-F238E27FC236}">
                <a16:creationId xmlns:a16="http://schemas.microsoft.com/office/drawing/2014/main" id="{ED4EE15A-6400-4E31-8B51-A16F7A760C95}"/>
              </a:ext>
            </a:extLst>
          </p:cNvPr>
          <p:cNvPicPr>
            <a:picLocks noChangeAspect="1"/>
          </p:cNvPicPr>
          <p:nvPr/>
        </p:nvPicPr>
        <p:blipFill>
          <a:blip r:embed="rId2"/>
          <a:stretch>
            <a:fillRect/>
          </a:stretch>
        </p:blipFill>
        <p:spPr>
          <a:xfrm>
            <a:off x="8447714" y="4294861"/>
            <a:ext cx="2576306" cy="2563139"/>
          </a:xfrm>
          <a:prstGeom prst="rect">
            <a:avLst/>
          </a:prstGeom>
        </p:spPr>
      </p:pic>
    </p:spTree>
    <p:extLst>
      <p:ext uri="{BB962C8B-B14F-4D97-AF65-F5344CB8AC3E}">
        <p14:creationId xmlns:p14="http://schemas.microsoft.com/office/powerpoint/2010/main" val="3730571300"/>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7" name="Tijdelijke aanduiding voor inhoud 6">
            <a:extLst>
              <a:ext uri="{FF2B5EF4-FFF2-40B4-BE49-F238E27FC236}">
                <a16:creationId xmlns:a16="http://schemas.microsoft.com/office/drawing/2014/main" id="{1FE15D61-CEE3-4B1F-B00E-EE0114906173}"/>
              </a:ext>
            </a:extLst>
          </p:cNvPr>
          <p:cNvPicPr>
            <a:picLocks noGrp="1" noChangeAspect="1"/>
          </p:cNvPicPr>
          <p:nvPr>
            <p:ph idx="1"/>
          </p:nvPr>
        </p:nvPicPr>
        <p:blipFill>
          <a:blip r:embed="rId2"/>
          <a:stretch>
            <a:fillRect/>
          </a:stretch>
        </p:blipFill>
        <p:spPr>
          <a:xfrm>
            <a:off x="410245" y="2048837"/>
            <a:ext cx="7791450" cy="2076450"/>
          </a:xfrm>
        </p:spPr>
      </p:pic>
      <p:sp>
        <p:nvSpPr>
          <p:cNvPr id="3" name="Tijdelijke aanduiding voor datum 2">
            <a:extLst>
              <a:ext uri="{FF2B5EF4-FFF2-40B4-BE49-F238E27FC236}">
                <a16:creationId xmlns:a16="http://schemas.microsoft.com/office/drawing/2014/main" id="{D8CC118D-0999-4AE4-8353-3821399D84FF}"/>
              </a:ext>
            </a:extLst>
          </p:cNvPr>
          <p:cNvSpPr>
            <a:spLocks noGrp="1"/>
          </p:cNvSpPr>
          <p:nvPr>
            <p:ph type="dt" sz="half" idx="2"/>
          </p:nvPr>
        </p:nvSpPr>
        <p:spPr/>
        <p:txBody>
          <a:bodyPr/>
          <a:lstStyle/>
          <a:p>
            <a:fld id="{0D76E99E-3D23-4FA4-98FA-10B0E69CA34A}" type="datetime1">
              <a:rPr lang="nl-NL" smtClean="0"/>
              <a:t>8-2-2023</a:t>
            </a:fld>
            <a:endParaRPr lang="en-US" dirty="0"/>
          </a:p>
        </p:txBody>
      </p:sp>
      <p:sp>
        <p:nvSpPr>
          <p:cNvPr id="4" name="Tijdelijke aanduiding voor dianummer 3">
            <a:extLst>
              <a:ext uri="{FF2B5EF4-FFF2-40B4-BE49-F238E27FC236}">
                <a16:creationId xmlns:a16="http://schemas.microsoft.com/office/drawing/2014/main" id="{3AF7E76D-97D3-44B1-880E-C15BD31107A1}"/>
              </a:ext>
            </a:extLst>
          </p:cNvPr>
          <p:cNvSpPr>
            <a:spLocks noGrp="1"/>
          </p:cNvSpPr>
          <p:nvPr>
            <p:ph type="sldNum" sz="quarter" idx="4"/>
          </p:nvPr>
        </p:nvSpPr>
        <p:spPr/>
        <p:txBody>
          <a:bodyPr/>
          <a:lstStyle/>
          <a:p>
            <a:fld id="{9EEAD1CF-E820-4A55-A7CB-9FF708EB7034}" type="slidenum">
              <a:rPr lang="en-US" smtClean="0"/>
              <a:pPr/>
              <a:t>4</a:t>
            </a:fld>
            <a:endParaRPr lang="en-US" dirty="0"/>
          </a:p>
        </p:txBody>
      </p:sp>
      <p:sp>
        <p:nvSpPr>
          <p:cNvPr id="5" name="Titel 4">
            <a:extLst>
              <a:ext uri="{FF2B5EF4-FFF2-40B4-BE49-F238E27FC236}">
                <a16:creationId xmlns:a16="http://schemas.microsoft.com/office/drawing/2014/main" id="{7B6A40AC-585A-411A-9EEC-41A8998F717E}"/>
              </a:ext>
            </a:extLst>
          </p:cNvPr>
          <p:cNvSpPr>
            <a:spLocks noGrp="1"/>
          </p:cNvSpPr>
          <p:nvPr>
            <p:ph type="title"/>
          </p:nvPr>
        </p:nvSpPr>
        <p:spPr/>
        <p:txBody>
          <a:bodyPr/>
          <a:lstStyle/>
          <a:p>
            <a:r>
              <a:rPr lang="nl-NL" dirty="0"/>
              <a:t>Voorbeeld bijzonderheden bruggen</a:t>
            </a:r>
          </a:p>
        </p:txBody>
      </p:sp>
      <p:pic>
        <p:nvPicPr>
          <p:cNvPr id="9" name="Afbeelding 8" descr="Afbeelding met boom, buiten, grond, rivier&#10;&#10;Automatisch gegenereerde beschrijving">
            <a:extLst>
              <a:ext uri="{FF2B5EF4-FFF2-40B4-BE49-F238E27FC236}">
                <a16:creationId xmlns:a16="http://schemas.microsoft.com/office/drawing/2014/main" id="{F960AD67-BB58-4DC5-8AA0-2A5BA10FCD4F}"/>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410245" y="4125287"/>
            <a:ext cx="2448000" cy="1836000"/>
          </a:xfrm>
          <a:prstGeom prst="rect">
            <a:avLst/>
          </a:prstGeom>
        </p:spPr>
      </p:pic>
      <p:pic>
        <p:nvPicPr>
          <p:cNvPr id="11" name="Afbeelding 10" descr="Afbeelding met gras, buiten, grond, natuur&#10;&#10;Automatisch gegenereerde beschrijving">
            <a:extLst>
              <a:ext uri="{FF2B5EF4-FFF2-40B4-BE49-F238E27FC236}">
                <a16:creationId xmlns:a16="http://schemas.microsoft.com/office/drawing/2014/main" id="{29B4C185-2BE8-444D-86F3-C53C1293E673}"/>
              </a:ext>
            </a:extLst>
          </p:cNvPr>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2848644" y="4125285"/>
            <a:ext cx="2448000" cy="1836000"/>
          </a:xfrm>
          <a:prstGeom prst="rect">
            <a:avLst/>
          </a:prstGeom>
        </p:spPr>
      </p:pic>
      <p:pic>
        <p:nvPicPr>
          <p:cNvPr id="13" name="Afbeelding 12" descr="Afbeelding met gras, buiten, veld, hek&#10;&#10;Automatisch gegenereerde beschrijving">
            <a:extLst>
              <a:ext uri="{FF2B5EF4-FFF2-40B4-BE49-F238E27FC236}">
                <a16:creationId xmlns:a16="http://schemas.microsoft.com/office/drawing/2014/main" id="{7389D9CA-2248-4D3A-950C-B3E116C7FE1E}"/>
              </a:ext>
            </a:extLst>
          </p:cNvPr>
          <p:cNvPicPr>
            <a:picLocks noChangeAspect="1"/>
          </p:cNvPicPr>
          <p:nvPr/>
        </p:nvPicPr>
        <p:blipFill>
          <a:blip r:embed="rId5">
            <a:extLst>
              <a:ext uri="{28A0092B-C50C-407E-A947-70E740481C1C}">
                <a14:useLocalDpi xmlns:a14="http://schemas.microsoft.com/office/drawing/2010/main" val="0"/>
              </a:ext>
            </a:extLst>
          </a:blip>
          <a:stretch>
            <a:fillRect/>
          </a:stretch>
        </p:blipFill>
        <p:spPr>
          <a:xfrm>
            <a:off x="5287045" y="4125285"/>
            <a:ext cx="3264000" cy="1836000"/>
          </a:xfrm>
          <a:prstGeom prst="rect">
            <a:avLst/>
          </a:prstGeom>
        </p:spPr>
      </p:pic>
      <p:sp>
        <p:nvSpPr>
          <p:cNvPr id="14" name="Tekstvak 13">
            <a:extLst>
              <a:ext uri="{FF2B5EF4-FFF2-40B4-BE49-F238E27FC236}">
                <a16:creationId xmlns:a16="http://schemas.microsoft.com/office/drawing/2014/main" id="{20375D56-6ED3-4363-B178-395C42A55CA6}"/>
              </a:ext>
            </a:extLst>
          </p:cNvPr>
          <p:cNvSpPr txBox="1"/>
          <p:nvPr/>
        </p:nvSpPr>
        <p:spPr>
          <a:xfrm>
            <a:off x="428611" y="1352550"/>
            <a:ext cx="8681833" cy="646331"/>
          </a:xfrm>
          <a:prstGeom prst="rect">
            <a:avLst/>
          </a:prstGeom>
          <a:noFill/>
        </p:spPr>
        <p:txBody>
          <a:bodyPr wrap="square" rtlCol="0">
            <a:spAutoFit/>
          </a:bodyPr>
          <a:lstStyle/>
          <a:p>
            <a:r>
              <a:rPr lang="nl-NL" dirty="0"/>
              <a:t>Door de validatietool kwam de discussie op gang of we bruggen zoals hieronder wel moeten meenemen in de modellering. Die discussie is eerder nooit gevoerd.</a:t>
            </a:r>
          </a:p>
        </p:txBody>
      </p:sp>
    </p:spTree>
    <p:extLst>
      <p:ext uri="{BB962C8B-B14F-4D97-AF65-F5344CB8AC3E}">
        <p14:creationId xmlns:p14="http://schemas.microsoft.com/office/powerpoint/2010/main" val="392695217"/>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jdelijke aanduiding voor datum 2">
            <a:extLst>
              <a:ext uri="{FF2B5EF4-FFF2-40B4-BE49-F238E27FC236}">
                <a16:creationId xmlns:a16="http://schemas.microsoft.com/office/drawing/2014/main" id="{0701C3F5-B8DB-4429-A5EA-A9B28F480B46}"/>
              </a:ext>
            </a:extLst>
          </p:cNvPr>
          <p:cNvSpPr>
            <a:spLocks noGrp="1"/>
          </p:cNvSpPr>
          <p:nvPr>
            <p:ph type="dt" sz="half" idx="2"/>
          </p:nvPr>
        </p:nvSpPr>
        <p:spPr/>
        <p:txBody>
          <a:bodyPr/>
          <a:lstStyle/>
          <a:p>
            <a:fld id="{0D76E99E-3D23-4FA4-98FA-10B0E69CA34A}" type="datetime1">
              <a:rPr lang="nl-NL" smtClean="0"/>
              <a:t>8-2-2023</a:t>
            </a:fld>
            <a:endParaRPr lang="en-US" dirty="0"/>
          </a:p>
        </p:txBody>
      </p:sp>
      <p:sp>
        <p:nvSpPr>
          <p:cNvPr id="4" name="Tijdelijke aanduiding voor dianummer 3">
            <a:extLst>
              <a:ext uri="{FF2B5EF4-FFF2-40B4-BE49-F238E27FC236}">
                <a16:creationId xmlns:a16="http://schemas.microsoft.com/office/drawing/2014/main" id="{FFF19F9E-355B-4617-8081-08935238EA3E}"/>
              </a:ext>
            </a:extLst>
          </p:cNvPr>
          <p:cNvSpPr>
            <a:spLocks noGrp="1"/>
          </p:cNvSpPr>
          <p:nvPr>
            <p:ph type="sldNum" sz="quarter" idx="4"/>
          </p:nvPr>
        </p:nvSpPr>
        <p:spPr/>
        <p:txBody>
          <a:bodyPr/>
          <a:lstStyle/>
          <a:p>
            <a:fld id="{9EEAD1CF-E820-4A55-A7CB-9FF708EB7034}" type="slidenum">
              <a:rPr lang="en-US" smtClean="0"/>
              <a:pPr/>
              <a:t>5</a:t>
            </a:fld>
            <a:endParaRPr lang="en-US" dirty="0"/>
          </a:p>
        </p:txBody>
      </p:sp>
      <p:sp>
        <p:nvSpPr>
          <p:cNvPr id="5" name="Titel 4">
            <a:extLst>
              <a:ext uri="{FF2B5EF4-FFF2-40B4-BE49-F238E27FC236}">
                <a16:creationId xmlns:a16="http://schemas.microsoft.com/office/drawing/2014/main" id="{C694A219-E74B-4346-8BA8-CB5C4930E31F}"/>
              </a:ext>
            </a:extLst>
          </p:cNvPr>
          <p:cNvSpPr>
            <a:spLocks noGrp="1"/>
          </p:cNvSpPr>
          <p:nvPr>
            <p:ph type="title"/>
          </p:nvPr>
        </p:nvSpPr>
        <p:spPr/>
        <p:txBody>
          <a:bodyPr/>
          <a:lstStyle/>
          <a:p>
            <a:r>
              <a:rPr lang="nl-NL" dirty="0"/>
              <a:t>Voorbeeld bijzonderheden duikers</a:t>
            </a:r>
          </a:p>
        </p:txBody>
      </p:sp>
      <p:pic>
        <p:nvPicPr>
          <p:cNvPr id="1026" name="Picture 2">
            <a:extLst>
              <a:ext uri="{FF2B5EF4-FFF2-40B4-BE49-F238E27FC236}">
                <a16:creationId xmlns:a16="http://schemas.microsoft.com/office/drawing/2014/main" id="{4F849924-A33A-4345-9CF8-C22A0B7A6B6B}"/>
              </a:ext>
            </a:extLst>
          </p:cNvPr>
          <p:cNvPicPr>
            <a:picLocks noGrp="1" noChangeAspect="1" noChangeArrowheads="1"/>
          </p:cNvPicPr>
          <p:nvPr>
            <p:ph idx="1"/>
          </p:nvPr>
        </p:nvPicPr>
        <p:blipFill>
          <a:blip r:embed="rId2">
            <a:extLst>
              <a:ext uri="{28A0092B-C50C-407E-A947-70E740481C1C}">
                <a14:useLocalDpi xmlns:a14="http://schemas.microsoft.com/office/drawing/2010/main" val="0"/>
              </a:ext>
            </a:extLst>
          </a:blip>
          <a:srcRect/>
          <a:stretch>
            <a:fillRect/>
          </a:stretch>
        </p:blipFill>
        <p:spPr bwMode="auto">
          <a:xfrm>
            <a:off x="697874" y="2062703"/>
            <a:ext cx="4314825" cy="3238500"/>
          </a:xfrm>
          <a:prstGeom prst="rect">
            <a:avLst/>
          </a:prstGeom>
          <a:noFill/>
          <a:extLst>
            <a:ext uri="{909E8E84-426E-40DD-AFC4-6F175D3DCCD1}">
              <a14:hiddenFill xmlns:a14="http://schemas.microsoft.com/office/drawing/2010/main">
                <a:solidFill>
                  <a:srgbClr val="FFFFFF"/>
                </a:solidFill>
              </a14:hiddenFill>
            </a:ext>
          </a:extLst>
        </p:spPr>
      </p:pic>
      <p:pic>
        <p:nvPicPr>
          <p:cNvPr id="9" name="Afbeelding 8">
            <a:extLst>
              <a:ext uri="{FF2B5EF4-FFF2-40B4-BE49-F238E27FC236}">
                <a16:creationId xmlns:a16="http://schemas.microsoft.com/office/drawing/2014/main" id="{DF2F443C-56BC-45F9-A9F8-2AE219074CA6}"/>
              </a:ext>
            </a:extLst>
          </p:cNvPr>
          <p:cNvPicPr>
            <a:picLocks noChangeAspect="1"/>
          </p:cNvPicPr>
          <p:nvPr/>
        </p:nvPicPr>
        <p:blipFill>
          <a:blip r:embed="rId3"/>
          <a:stretch>
            <a:fillRect/>
          </a:stretch>
        </p:blipFill>
        <p:spPr>
          <a:xfrm>
            <a:off x="5012699" y="2062703"/>
            <a:ext cx="4029075" cy="2676525"/>
          </a:xfrm>
          <a:prstGeom prst="rect">
            <a:avLst/>
          </a:prstGeom>
        </p:spPr>
      </p:pic>
      <p:sp>
        <p:nvSpPr>
          <p:cNvPr id="14" name="Tekstvak 13">
            <a:extLst>
              <a:ext uri="{FF2B5EF4-FFF2-40B4-BE49-F238E27FC236}">
                <a16:creationId xmlns:a16="http://schemas.microsoft.com/office/drawing/2014/main" id="{CC710E88-7D0B-43C1-B748-32532E81D872}"/>
              </a:ext>
            </a:extLst>
          </p:cNvPr>
          <p:cNvSpPr txBox="1"/>
          <p:nvPr/>
        </p:nvSpPr>
        <p:spPr>
          <a:xfrm>
            <a:off x="7127301" y="2911162"/>
            <a:ext cx="6098796" cy="369332"/>
          </a:xfrm>
          <a:prstGeom prst="rect">
            <a:avLst/>
          </a:prstGeom>
          <a:noFill/>
        </p:spPr>
        <p:txBody>
          <a:bodyPr wrap="square">
            <a:spAutoFit/>
          </a:bodyPr>
          <a:lstStyle/>
          <a:p>
            <a:r>
              <a:rPr lang="nl-NL" sz="1800" b="0" i="0" u="none" strike="noStrike" dirty="0">
                <a:solidFill>
                  <a:srgbClr val="000000"/>
                </a:solidFill>
                <a:effectLst/>
                <a:latin typeface="Calibri" panose="020F0502020204030204" pitchFamily="34" charset="0"/>
              </a:rPr>
              <a:t>'verval_te_groot'</a:t>
            </a:r>
            <a:r>
              <a:rPr lang="nl-NL" dirty="0"/>
              <a:t> </a:t>
            </a:r>
          </a:p>
        </p:txBody>
      </p:sp>
    </p:spTree>
    <p:extLst>
      <p:ext uri="{BB962C8B-B14F-4D97-AF65-F5344CB8AC3E}">
        <p14:creationId xmlns:p14="http://schemas.microsoft.com/office/powerpoint/2010/main" val="1407603310"/>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jdelijke aanduiding voor datum 2">
            <a:extLst>
              <a:ext uri="{FF2B5EF4-FFF2-40B4-BE49-F238E27FC236}">
                <a16:creationId xmlns:a16="http://schemas.microsoft.com/office/drawing/2014/main" id="{879E13DB-FCDB-482D-8210-04852362DEB5}"/>
              </a:ext>
            </a:extLst>
          </p:cNvPr>
          <p:cNvSpPr>
            <a:spLocks noGrp="1"/>
          </p:cNvSpPr>
          <p:nvPr>
            <p:ph type="dt" sz="half" idx="2"/>
          </p:nvPr>
        </p:nvSpPr>
        <p:spPr/>
        <p:txBody>
          <a:bodyPr/>
          <a:lstStyle/>
          <a:p>
            <a:fld id="{0D76E99E-3D23-4FA4-98FA-10B0E69CA34A}" type="datetime1">
              <a:rPr lang="nl-NL" smtClean="0"/>
              <a:t>8-2-2023</a:t>
            </a:fld>
            <a:endParaRPr lang="en-US" dirty="0"/>
          </a:p>
        </p:txBody>
      </p:sp>
      <p:sp>
        <p:nvSpPr>
          <p:cNvPr id="4" name="Tijdelijke aanduiding voor dianummer 3">
            <a:extLst>
              <a:ext uri="{FF2B5EF4-FFF2-40B4-BE49-F238E27FC236}">
                <a16:creationId xmlns:a16="http://schemas.microsoft.com/office/drawing/2014/main" id="{40949282-B58E-421A-B252-D4067BF43160}"/>
              </a:ext>
            </a:extLst>
          </p:cNvPr>
          <p:cNvSpPr>
            <a:spLocks noGrp="1"/>
          </p:cNvSpPr>
          <p:nvPr>
            <p:ph type="sldNum" sz="quarter" idx="4"/>
          </p:nvPr>
        </p:nvSpPr>
        <p:spPr/>
        <p:txBody>
          <a:bodyPr/>
          <a:lstStyle/>
          <a:p>
            <a:fld id="{9EEAD1CF-E820-4A55-A7CB-9FF708EB7034}" type="slidenum">
              <a:rPr lang="en-US" smtClean="0"/>
              <a:pPr/>
              <a:t>6</a:t>
            </a:fld>
            <a:endParaRPr lang="en-US" dirty="0"/>
          </a:p>
        </p:txBody>
      </p:sp>
      <p:sp>
        <p:nvSpPr>
          <p:cNvPr id="5" name="Titel 4">
            <a:extLst>
              <a:ext uri="{FF2B5EF4-FFF2-40B4-BE49-F238E27FC236}">
                <a16:creationId xmlns:a16="http://schemas.microsoft.com/office/drawing/2014/main" id="{1A174F9D-E4F2-41E8-AA90-190358D8C944}"/>
              </a:ext>
            </a:extLst>
          </p:cNvPr>
          <p:cNvSpPr>
            <a:spLocks noGrp="1"/>
          </p:cNvSpPr>
          <p:nvPr>
            <p:ph type="title"/>
          </p:nvPr>
        </p:nvSpPr>
        <p:spPr/>
        <p:txBody>
          <a:bodyPr/>
          <a:lstStyle/>
          <a:p>
            <a:r>
              <a:rPr lang="nl-NL" dirty="0"/>
              <a:t>Voorbeeld bijzondere kunstwerken</a:t>
            </a:r>
          </a:p>
        </p:txBody>
      </p:sp>
      <p:pic>
        <p:nvPicPr>
          <p:cNvPr id="6" name="Tijdelijke aanduiding voor inhoud 5">
            <a:extLst>
              <a:ext uri="{FF2B5EF4-FFF2-40B4-BE49-F238E27FC236}">
                <a16:creationId xmlns:a16="http://schemas.microsoft.com/office/drawing/2014/main" id="{12EAEB94-E951-4F75-B823-03653CB6F4CA}"/>
              </a:ext>
            </a:extLst>
          </p:cNvPr>
          <p:cNvPicPr>
            <a:picLocks noGrp="1" noChangeAspect="1"/>
          </p:cNvPicPr>
          <p:nvPr>
            <p:ph idx="1"/>
          </p:nvPr>
        </p:nvPicPr>
        <p:blipFill rotWithShape="1">
          <a:blip r:embed="rId2"/>
          <a:srcRect t="7851"/>
          <a:stretch/>
        </p:blipFill>
        <p:spPr>
          <a:xfrm>
            <a:off x="712574" y="2533379"/>
            <a:ext cx="8877300" cy="3782927"/>
          </a:xfrm>
          <a:prstGeom prst="rect">
            <a:avLst/>
          </a:prstGeom>
        </p:spPr>
      </p:pic>
      <p:sp>
        <p:nvSpPr>
          <p:cNvPr id="12" name="Tekstvak 11">
            <a:extLst>
              <a:ext uri="{FF2B5EF4-FFF2-40B4-BE49-F238E27FC236}">
                <a16:creationId xmlns:a16="http://schemas.microsoft.com/office/drawing/2014/main" id="{063F6DAB-E20C-4BC9-9B1D-B5CAAD060275}"/>
              </a:ext>
            </a:extLst>
          </p:cNvPr>
          <p:cNvSpPr txBox="1"/>
          <p:nvPr/>
        </p:nvSpPr>
        <p:spPr>
          <a:xfrm>
            <a:off x="697874" y="1333050"/>
            <a:ext cx="8681833" cy="1200329"/>
          </a:xfrm>
          <a:prstGeom prst="rect">
            <a:avLst/>
          </a:prstGeom>
          <a:noFill/>
        </p:spPr>
        <p:txBody>
          <a:bodyPr wrap="square" rtlCol="0">
            <a:spAutoFit/>
          </a:bodyPr>
          <a:lstStyle/>
          <a:p>
            <a:r>
              <a:rPr lang="nl-NL" dirty="0"/>
              <a:t>Onderstaand kunstwerk wordt alleen ingezet bij extreme situaties als de waterberging ingezet moet worden. Bij dergelijk kunstwerken kun je meldingen verwachten als </a:t>
            </a:r>
            <a:r>
              <a:rPr lang="nl-NL" dirty="0">
                <a:solidFill>
                  <a:srgbClr val="000000"/>
                </a:solidFill>
                <a:latin typeface="Calibri" panose="020F0502020204030204" pitchFamily="34" charset="0"/>
              </a:rPr>
              <a:t>bok_boven &gt; maaiveld en niet op watergang. Ondanks dat de gegevens van het kunstwerk geen fouten bevatten blijft het kunstwerk door de validatietool wel onder de aandacht.</a:t>
            </a:r>
            <a:endParaRPr lang="nl-NL" dirty="0"/>
          </a:p>
        </p:txBody>
      </p:sp>
    </p:spTree>
    <p:extLst>
      <p:ext uri="{BB962C8B-B14F-4D97-AF65-F5344CB8AC3E}">
        <p14:creationId xmlns:p14="http://schemas.microsoft.com/office/powerpoint/2010/main" val="1555548199"/>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jdelijke aanduiding voor inhoud 1">
            <a:extLst>
              <a:ext uri="{FF2B5EF4-FFF2-40B4-BE49-F238E27FC236}">
                <a16:creationId xmlns:a16="http://schemas.microsoft.com/office/drawing/2014/main" id="{8D9ECD76-339D-4B2B-8873-430C516C2E14}"/>
              </a:ext>
            </a:extLst>
          </p:cNvPr>
          <p:cNvSpPr>
            <a:spLocks noGrp="1"/>
          </p:cNvSpPr>
          <p:nvPr>
            <p:ph idx="1"/>
          </p:nvPr>
        </p:nvSpPr>
        <p:spPr/>
        <p:txBody>
          <a:bodyPr/>
          <a:lstStyle/>
          <a:p>
            <a:r>
              <a:rPr lang="nl-NL" dirty="0"/>
              <a:t>Validatietool</a:t>
            </a:r>
          </a:p>
          <a:p>
            <a:pPr marL="342900" indent="-342900">
              <a:buFont typeface="Arial" panose="020B0604020202020204" pitchFamily="34" charset="0"/>
              <a:buChar char="•"/>
            </a:pPr>
            <a:r>
              <a:rPr lang="nl-NL" dirty="0"/>
              <a:t>Website en pythonscript met toegang tot API werkten in eerste instantie niet. We moesten daarvoor het één en ander whitelisten in de firewall;</a:t>
            </a:r>
          </a:p>
          <a:p>
            <a:pPr marL="342900" indent="-342900">
              <a:buFont typeface="Arial" panose="020B0604020202020204" pitchFamily="34" charset="0"/>
              <a:buChar char="•"/>
            </a:pPr>
            <a:r>
              <a:rPr lang="nl-NL" dirty="0"/>
              <a:t>Website traag door met name profielpunten (staat nu standaard uit);</a:t>
            </a:r>
          </a:p>
          <a:p>
            <a:pPr marL="342900" indent="-342900">
              <a:buFont typeface="Arial" panose="020B0604020202020204" pitchFamily="34" charset="0"/>
              <a:buChar char="•"/>
            </a:pPr>
            <a:r>
              <a:rPr lang="nl-NL" dirty="0"/>
              <a:t>Soms konden resultaten niet geëxporteerd worden (het lijkt dat dit nu is opgelost).</a:t>
            </a:r>
          </a:p>
          <a:p>
            <a:endParaRPr lang="nl-NL" dirty="0"/>
          </a:p>
          <a:p>
            <a:r>
              <a:rPr lang="nl-NL" dirty="0"/>
              <a:t>Validatieregels</a:t>
            </a:r>
          </a:p>
          <a:p>
            <a:pPr marL="342900" indent="-342900">
              <a:buFont typeface="Arial" panose="020B0604020202020204" pitchFamily="34" charset="0"/>
              <a:buChar char="•"/>
            </a:pPr>
            <a:r>
              <a:rPr lang="nl-NL" dirty="0"/>
              <a:t>Veel dezelfde terugkomende meldingen, we hebben daardoor enkele regels aangepast of uitgezet (vb. verval_te_groot, verhang_onjuist, </a:t>
            </a:r>
            <a:r>
              <a:rPr lang="nl-NL" sz="1800" b="0" i="0" u="none" strike="noStrike" dirty="0">
                <a:solidFill>
                  <a:srgbClr val="000000"/>
                </a:solidFill>
                <a:effectLst/>
                <a:latin typeface="Calibri" panose="020F0502020204030204" pitchFamily="34" charset="0"/>
              </a:rPr>
              <a:t>laagstedrstrmhoogte &gt; hoogstedrstrmhoogte en laagstedrstrmbreedte != hoogstedrstrmbreedte</a:t>
            </a:r>
            <a:r>
              <a:rPr lang="nl-NL" dirty="0"/>
              <a:t>);</a:t>
            </a:r>
          </a:p>
          <a:p>
            <a:pPr marL="342900" indent="-342900">
              <a:buFont typeface="Arial" panose="020B0604020202020204" pitchFamily="34" charset="0"/>
              <a:buChar char="•"/>
            </a:pPr>
            <a:r>
              <a:rPr lang="nl-NL" dirty="0"/>
              <a:t>Niet alle </a:t>
            </a:r>
            <a:r>
              <a:rPr lang="nl-NL"/>
              <a:t>fouten worden er uit </a:t>
            </a:r>
            <a:r>
              <a:rPr lang="nl-NL" dirty="0"/>
              <a:t>gehaald (dubbele profielpunten);</a:t>
            </a:r>
          </a:p>
          <a:p>
            <a:pPr marL="342900" indent="-342900">
              <a:buFont typeface="Arial" panose="020B0604020202020204" pitchFamily="34" charset="0"/>
              <a:buChar char="•"/>
            </a:pPr>
            <a:r>
              <a:rPr lang="nl-NL" dirty="0"/>
              <a:t>Onvoldoende kennis code om regels aan te passen/ toe te voegen.</a:t>
            </a:r>
          </a:p>
          <a:p>
            <a:pPr marL="342900" lvl="1" indent="-342900">
              <a:buFontTx/>
              <a:buChar char="-"/>
            </a:pPr>
            <a:endParaRPr lang="nl-NL" dirty="0"/>
          </a:p>
          <a:p>
            <a:endParaRPr lang="nl-NL" dirty="0"/>
          </a:p>
        </p:txBody>
      </p:sp>
      <p:sp>
        <p:nvSpPr>
          <p:cNvPr id="3" name="Tijdelijke aanduiding voor datum 2">
            <a:extLst>
              <a:ext uri="{FF2B5EF4-FFF2-40B4-BE49-F238E27FC236}">
                <a16:creationId xmlns:a16="http://schemas.microsoft.com/office/drawing/2014/main" id="{BC2E4700-07F6-48A4-9ED7-4F5C6068E7B3}"/>
              </a:ext>
            </a:extLst>
          </p:cNvPr>
          <p:cNvSpPr>
            <a:spLocks noGrp="1"/>
          </p:cNvSpPr>
          <p:nvPr>
            <p:ph type="dt" sz="half" idx="2"/>
          </p:nvPr>
        </p:nvSpPr>
        <p:spPr/>
        <p:txBody>
          <a:bodyPr/>
          <a:lstStyle/>
          <a:p>
            <a:fld id="{0D76E99E-3D23-4FA4-98FA-10B0E69CA34A}" type="datetime1">
              <a:rPr lang="nl-NL" smtClean="0"/>
              <a:t>8-2-2023</a:t>
            </a:fld>
            <a:endParaRPr lang="en-US" dirty="0"/>
          </a:p>
        </p:txBody>
      </p:sp>
      <p:sp>
        <p:nvSpPr>
          <p:cNvPr id="4" name="Tijdelijke aanduiding voor dianummer 3">
            <a:extLst>
              <a:ext uri="{FF2B5EF4-FFF2-40B4-BE49-F238E27FC236}">
                <a16:creationId xmlns:a16="http://schemas.microsoft.com/office/drawing/2014/main" id="{2CBC407E-8647-4664-AEF4-2A1DBDDE5CCC}"/>
              </a:ext>
            </a:extLst>
          </p:cNvPr>
          <p:cNvSpPr>
            <a:spLocks noGrp="1"/>
          </p:cNvSpPr>
          <p:nvPr>
            <p:ph type="sldNum" sz="quarter" idx="4"/>
          </p:nvPr>
        </p:nvSpPr>
        <p:spPr/>
        <p:txBody>
          <a:bodyPr/>
          <a:lstStyle/>
          <a:p>
            <a:fld id="{9EEAD1CF-E820-4A55-A7CB-9FF708EB7034}" type="slidenum">
              <a:rPr lang="en-US" smtClean="0"/>
              <a:pPr/>
              <a:t>7</a:t>
            </a:fld>
            <a:endParaRPr lang="en-US" dirty="0"/>
          </a:p>
        </p:txBody>
      </p:sp>
      <p:sp>
        <p:nvSpPr>
          <p:cNvPr id="5" name="Titel 4">
            <a:extLst>
              <a:ext uri="{FF2B5EF4-FFF2-40B4-BE49-F238E27FC236}">
                <a16:creationId xmlns:a16="http://schemas.microsoft.com/office/drawing/2014/main" id="{B3CB0E99-7FF4-46D0-92BE-D545EC0EE4A7}"/>
              </a:ext>
            </a:extLst>
          </p:cNvPr>
          <p:cNvSpPr>
            <a:spLocks noGrp="1"/>
          </p:cNvSpPr>
          <p:nvPr>
            <p:ph type="title"/>
          </p:nvPr>
        </p:nvSpPr>
        <p:spPr/>
        <p:txBody>
          <a:bodyPr/>
          <a:lstStyle/>
          <a:p>
            <a:r>
              <a:rPr lang="nl-NL" dirty="0"/>
              <a:t>Welke uitdagingen kwam je tegen?</a:t>
            </a:r>
          </a:p>
        </p:txBody>
      </p:sp>
    </p:spTree>
    <p:extLst>
      <p:ext uri="{BB962C8B-B14F-4D97-AF65-F5344CB8AC3E}">
        <p14:creationId xmlns:p14="http://schemas.microsoft.com/office/powerpoint/2010/main" val="1100533942"/>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jdelijke aanduiding voor datum 2">
            <a:extLst>
              <a:ext uri="{FF2B5EF4-FFF2-40B4-BE49-F238E27FC236}">
                <a16:creationId xmlns:a16="http://schemas.microsoft.com/office/drawing/2014/main" id="{EE49F3D9-127C-4E0C-B93F-BD76F476EB93}"/>
              </a:ext>
            </a:extLst>
          </p:cNvPr>
          <p:cNvSpPr>
            <a:spLocks noGrp="1"/>
          </p:cNvSpPr>
          <p:nvPr>
            <p:ph type="dt" sz="half" idx="2"/>
          </p:nvPr>
        </p:nvSpPr>
        <p:spPr/>
        <p:txBody>
          <a:bodyPr/>
          <a:lstStyle/>
          <a:p>
            <a:fld id="{0D76E99E-3D23-4FA4-98FA-10B0E69CA34A}" type="datetime1">
              <a:rPr lang="nl-NL" smtClean="0"/>
              <a:t>8-2-2023</a:t>
            </a:fld>
            <a:endParaRPr lang="en-US" dirty="0"/>
          </a:p>
        </p:txBody>
      </p:sp>
      <p:sp>
        <p:nvSpPr>
          <p:cNvPr id="4" name="Tijdelijke aanduiding voor dianummer 3">
            <a:extLst>
              <a:ext uri="{FF2B5EF4-FFF2-40B4-BE49-F238E27FC236}">
                <a16:creationId xmlns:a16="http://schemas.microsoft.com/office/drawing/2014/main" id="{261E0411-660C-4B07-8A91-012AE58561FD}"/>
              </a:ext>
            </a:extLst>
          </p:cNvPr>
          <p:cNvSpPr>
            <a:spLocks noGrp="1"/>
          </p:cNvSpPr>
          <p:nvPr>
            <p:ph type="sldNum" sz="quarter" idx="4"/>
          </p:nvPr>
        </p:nvSpPr>
        <p:spPr/>
        <p:txBody>
          <a:bodyPr/>
          <a:lstStyle/>
          <a:p>
            <a:fld id="{9EEAD1CF-E820-4A55-A7CB-9FF708EB7034}" type="slidenum">
              <a:rPr lang="en-US" smtClean="0"/>
              <a:pPr/>
              <a:t>8</a:t>
            </a:fld>
            <a:endParaRPr lang="en-US" dirty="0"/>
          </a:p>
        </p:txBody>
      </p:sp>
      <p:sp>
        <p:nvSpPr>
          <p:cNvPr id="5" name="Titel 4">
            <a:extLst>
              <a:ext uri="{FF2B5EF4-FFF2-40B4-BE49-F238E27FC236}">
                <a16:creationId xmlns:a16="http://schemas.microsoft.com/office/drawing/2014/main" id="{5917E754-F2A2-479A-8536-D64E03DD1515}"/>
              </a:ext>
            </a:extLst>
          </p:cNvPr>
          <p:cNvSpPr>
            <a:spLocks noGrp="1"/>
          </p:cNvSpPr>
          <p:nvPr>
            <p:ph type="title"/>
          </p:nvPr>
        </p:nvSpPr>
        <p:spPr/>
        <p:txBody>
          <a:bodyPr/>
          <a:lstStyle/>
          <a:p>
            <a:r>
              <a:rPr lang="nl-NL" dirty="0"/>
              <a:t>Vragen?</a:t>
            </a:r>
          </a:p>
        </p:txBody>
      </p:sp>
    </p:spTree>
    <p:extLst>
      <p:ext uri="{BB962C8B-B14F-4D97-AF65-F5344CB8AC3E}">
        <p14:creationId xmlns:p14="http://schemas.microsoft.com/office/powerpoint/2010/main" val="3611277525"/>
      </p:ext>
    </p:extLst>
  </p:cSld>
  <p:clrMapOvr>
    <a:masterClrMapping/>
  </p:clrMapOvr>
</p:sld>
</file>

<file path=ppt/theme/theme1.xml><?xml version="1.0" encoding="utf-8"?>
<a:theme xmlns:a="http://schemas.openxmlformats.org/drawingml/2006/main" name="Voldoende">
  <a:themeElements>
    <a:clrScheme name="Voldoende">
      <a:dk1>
        <a:sysClr val="windowText" lastClr="000000"/>
      </a:dk1>
      <a:lt1>
        <a:sysClr val="window" lastClr="FFFFFF"/>
      </a:lt1>
      <a:dk2>
        <a:srgbClr val="009EDE"/>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Aangepast 9">
      <a:majorFont>
        <a:latin typeface="Calibri"/>
        <a:ea typeface=""/>
        <a:cs typeface=""/>
      </a:majorFont>
      <a:minorFont>
        <a:latin typeface="Calibri"/>
        <a:ea typeface=""/>
        <a:cs typeface=""/>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Voldoende" id="{57316F39-1BFD-4DFA-B942-CD8F68D4F6F5}" vid="{39BFDEF9-F726-4386-A63D-7383D01E9A67}"/>
    </a:ext>
  </a:extLst>
</a:theme>
</file>

<file path=ppt/theme/theme2.xml><?xml version="1.0" encoding="utf-8"?>
<a:theme xmlns:a="http://schemas.openxmlformats.org/drawingml/2006/main" name="Kantoorthema">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customXml/_rels/item1.xml.rels><?xml version="1.0" encoding="UTF-8" standalone="yes"?>
<Relationships xmlns="http://schemas.openxmlformats.org/package/2006/relationships"><Relationship Id="rId1" Type="http://schemas.openxmlformats.org/officeDocument/2006/relationships/customXmlProps" Target="itemProps1.xml"/></Relationships>
</file>

<file path=customXml/_rels/item2.xml.rels><?xml version="1.0" encoding="UTF-8" standalone="yes"?>
<Relationships xmlns="http://schemas.openxmlformats.org/package/2006/relationships"><Relationship Id="rId1" Type="http://schemas.openxmlformats.org/officeDocument/2006/relationships/customXmlProps" Target="itemProps2.xml"/></Relationships>
</file>

<file path=customXml/_rels/item3.xml.rels><?xml version="1.0" encoding="UTF-8" standalone="yes"?>
<Relationships xmlns="http://schemas.openxmlformats.org/package/2006/relationships"><Relationship Id="rId1" Type="http://schemas.openxmlformats.org/officeDocument/2006/relationships/customXmlProps" Target="itemProps3.xml"/></Relationships>
</file>

<file path=customXml/item1.xml><?xml version="1.0" encoding="utf-8"?>
<ct:contentTypeSchema xmlns:ct="http://schemas.microsoft.com/office/2006/metadata/contentType" xmlns:ma="http://schemas.microsoft.com/office/2006/metadata/properties/metaAttributes" ct:_="" ma:_="" ma:contentTypeName="Document" ma:contentTypeID="0x01010049A6BCADAC71014699F509D8F17AF2C7" ma:contentTypeVersion="15" ma:contentTypeDescription="Een nieuw document maken." ma:contentTypeScope="" ma:versionID="4d999ab90c016557ca362088a7ed12f3">
  <xsd:schema xmlns:xsd="http://www.w3.org/2001/XMLSchema" xmlns:xs="http://www.w3.org/2001/XMLSchema" xmlns:p="http://schemas.microsoft.com/office/2006/metadata/properties" xmlns:ns2="54cf70e3-2239-4221-8830-1c81c0b21f0c" xmlns:ns3="d7ce5642-18c0-48fa-a5af-d4dfb0221c6b" targetNamespace="http://schemas.microsoft.com/office/2006/metadata/properties" ma:root="true" ma:fieldsID="458a4d4f558a744e91738a42feccfec2" ns2:_="" ns3:_="">
    <xsd:import namespace="54cf70e3-2239-4221-8830-1c81c0b21f0c"/>
    <xsd:import namespace="d7ce5642-18c0-48fa-a5af-d4dfb0221c6b"/>
    <xsd:element name="properties">
      <xsd:complexType>
        <xsd:sequence>
          <xsd:element name="documentManagement">
            <xsd:complexType>
              <xsd:all>
                <xsd:element ref="ns2:MediaServiceMetadata" minOccurs="0"/>
                <xsd:element ref="ns2:MediaServiceFastMetadata" minOccurs="0"/>
                <xsd:element ref="ns2:MediaServiceAutoKeyPoints" minOccurs="0"/>
                <xsd:element ref="ns2:MediaServiceKeyPoints" minOccurs="0"/>
                <xsd:element ref="ns2:MediaServiceAutoTags" minOccurs="0"/>
                <xsd:element ref="ns2:MediaServiceOCR" minOccurs="0"/>
                <xsd:element ref="ns2:MediaServiceGenerationTime" minOccurs="0"/>
                <xsd:element ref="ns2:MediaServiceEventHashCode" minOccurs="0"/>
                <xsd:element ref="ns2:MediaServiceDateTaken" minOccurs="0"/>
                <xsd:element ref="ns2:MediaLengthInSeconds" minOccurs="0"/>
                <xsd:element ref="ns3:SharedWithUsers" minOccurs="0"/>
                <xsd:element ref="ns3:SharedWithDetails" minOccurs="0"/>
                <xsd:element ref="ns2:lcf76f155ced4ddcb4097134ff3c332f" minOccurs="0"/>
                <xsd:element ref="ns3:TaxCatchAll" minOccurs="0"/>
              </xsd:all>
            </xsd:complexType>
          </xsd:element>
        </xsd:sequence>
      </xsd:complexType>
    </xsd:element>
  </xsd:schema>
  <xsd:schema xmlns:xsd="http://www.w3.org/2001/XMLSchema" xmlns:xs="http://www.w3.org/2001/XMLSchema" xmlns:dms="http://schemas.microsoft.com/office/2006/documentManagement/types" xmlns:pc="http://schemas.microsoft.com/office/infopath/2007/PartnerControls" targetNamespace="54cf70e3-2239-4221-8830-1c81c0b21f0c" elementFormDefault="qualified">
    <xsd:import namespace="http://schemas.microsoft.com/office/2006/documentManagement/types"/>
    <xsd:import namespace="http://schemas.microsoft.com/office/infopath/2007/PartnerControls"/>
    <xsd:element name="MediaServiceMetadata" ma:index="8" nillable="true" ma:displayName="MediaServiceMetadata" ma:hidden="true" ma:internalName="MediaServiceMetadata" ma:readOnly="true">
      <xsd:simpleType>
        <xsd:restriction base="dms:Note"/>
      </xsd:simpleType>
    </xsd:element>
    <xsd:element name="MediaServiceFastMetadata" ma:index="9" nillable="true" ma:displayName="MediaServiceFastMetadata" ma:hidden="true" ma:internalName="MediaServiceFastMetadata" ma:readOnly="true">
      <xsd:simpleType>
        <xsd:restriction base="dms:Note"/>
      </xsd:simpleType>
    </xsd:element>
    <xsd:element name="MediaServiceAutoKeyPoints" ma:index="10" nillable="true" ma:displayName="MediaServiceAutoKeyPoints" ma:hidden="true" ma:internalName="MediaServiceAutoKeyPoints" ma:readOnly="true">
      <xsd:simpleType>
        <xsd:restriction base="dms:Note"/>
      </xsd:simpleType>
    </xsd:element>
    <xsd:element name="MediaServiceKeyPoints" ma:index="11" nillable="true" ma:displayName="KeyPoints" ma:internalName="MediaServiceKeyPoints" ma:readOnly="true">
      <xsd:simpleType>
        <xsd:restriction base="dms:Note">
          <xsd:maxLength value="255"/>
        </xsd:restriction>
      </xsd:simpleType>
    </xsd:element>
    <xsd:element name="MediaServiceAutoTags" ma:index="12" nillable="true" ma:displayName="Tags" ma:internalName="MediaServiceAutoTags" ma:readOnly="true">
      <xsd:simpleType>
        <xsd:restriction base="dms:Text"/>
      </xsd:simpleType>
    </xsd:element>
    <xsd:element name="MediaServiceOCR" ma:index="13" nillable="true" ma:displayName="Extracted Text" ma:internalName="MediaServiceOCR" ma:readOnly="true">
      <xsd:simpleType>
        <xsd:restriction base="dms:Note">
          <xsd:maxLength value="255"/>
        </xsd:restriction>
      </xsd:simpleType>
    </xsd:element>
    <xsd:element name="MediaServiceGenerationTime" ma:index="14" nillable="true" ma:displayName="MediaServiceGenerationTime" ma:hidden="true" ma:internalName="MediaServiceGenerationTime" ma:readOnly="true">
      <xsd:simpleType>
        <xsd:restriction base="dms:Text"/>
      </xsd:simpleType>
    </xsd:element>
    <xsd:element name="MediaServiceEventHashCode" ma:index="15" nillable="true" ma:displayName="MediaServiceEventHashCode" ma:hidden="true" ma:internalName="MediaServiceEventHashCode" ma:readOnly="true">
      <xsd:simpleType>
        <xsd:restriction base="dms:Text"/>
      </xsd:simpleType>
    </xsd:element>
    <xsd:element name="MediaServiceDateTaken" ma:index="16" nillable="true" ma:displayName="MediaServiceDateTaken" ma:hidden="true" ma:internalName="MediaServiceDateTaken" ma:readOnly="true">
      <xsd:simpleType>
        <xsd:restriction base="dms:Text"/>
      </xsd:simpleType>
    </xsd:element>
    <xsd:element name="MediaLengthInSeconds" ma:index="17" nillable="true" ma:displayName="MediaLengthInSeconds" ma:hidden="true" ma:internalName="MediaLengthInSeconds" ma:readOnly="true">
      <xsd:simpleType>
        <xsd:restriction base="dms:Unknown"/>
      </xsd:simpleType>
    </xsd:element>
    <xsd:element name="lcf76f155ced4ddcb4097134ff3c332f" ma:index="21" nillable="true" ma:taxonomy="true" ma:internalName="lcf76f155ced4ddcb4097134ff3c332f" ma:taxonomyFieldName="MediaServiceImageTags" ma:displayName="Afbeeldingtags" ma:readOnly="false" ma:fieldId="{5cf76f15-5ced-4ddc-b409-7134ff3c332f}" ma:taxonomyMulti="true" ma:sspId="d5dde10c-902f-4694-90d0-1c2653b00c0d" ma:termSetId="09814cd3-568e-fe90-9814-8d621ff8fb84" ma:anchorId="fba54fb3-c3e1-fe81-a776-ca4b69148c4d" ma:open="true" ma:isKeyword="false">
      <xsd:complexType>
        <xsd:sequence>
          <xsd:element ref="pc:Terms" minOccurs="0" maxOccurs="1"/>
        </xsd:sequence>
      </xsd:complexType>
    </xsd:element>
  </xsd:schema>
  <xsd:schema xmlns:xsd="http://www.w3.org/2001/XMLSchema" xmlns:xs="http://www.w3.org/2001/XMLSchema" xmlns:dms="http://schemas.microsoft.com/office/2006/documentManagement/types" xmlns:pc="http://schemas.microsoft.com/office/infopath/2007/PartnerControls" targetNamespace="d7ce5642-18c0-48fa-a5af-d4dfb0221c6b" elementFormDefault="qualified">
    <xsd:import namespace="http://schemas.microsoft.com/office/2006/documentManagement/types"/>
    <xsd:import namespace="http://schemas.microsoft.com/office/infopath/2007/PartnerControls"/>
    <xsd:element name="SharedWithUsers" ma:index="18" nillable="true" ma:displayName="Gedeeld met" ma:internalName="SharedWithUsers" ma:readOnly="true">
      <xsd:complexType>
        <xsd:complexContent>
          <xsd:extension base="dms:UserMulti">
            <xsd:sequence>
              <xsd:element name="UserInfo" minOccurs="0" maxOccurs="unbounded">
                <xsd:complexType>
                  <xsd:sequence>
                    <xsd:element name="DisplayName" type="xsd:string" minOccurs="0"/>
                    <xsd:element name="AccountId" type="dms:UserId" minOccurs="0" nillable="true"/>
                    <xsd:element name="AccountType" type="xsd:string" minOccurs="0"/>
                  </xsd:sequence>
                </xsd:complexType>
              </xsd:element>
            </xsd:sequence>
          </xsd:extension>
        </xsd:complexContent>
      </xsd:complexType>
    </xsd:element>
    <xsd:element name="SharedWithDetails" ma:index="19" nillable="true" ma:displayName="Gedeeld met details" ma:internalName="SharedWithDetails" ma:readOnly="true">
      <xsd:simpleType>
        <xsd:restriction base="dms:Note">
          <xsd:maxLength value="255"/>
        </xsd:restriction>
      </xsd:simpleType>
    </xsd:element>
    <xsd:element name="TaxCatchAll" ma:index="22" nillable="true" ma:displayName="Taxonomy Catch All Column" ma:hidden="true" ma:list="{f72eb254-f7af-45a8-a527-c5cc43a8ed4e}" ma:internalName="TaxCatchAll" ma:showField="CatchAllData" ma:web="d7ce5642-18c0-48fa-a5af-d4dfb0221c6b">
      <xsd:complexType>
        <xsd:complexContent>
          <xsd:extension base="dms:MultiChoiceLookup">
            <xsd:sequence>
              <xsd:element name="Value" type="dms:Lookup" maxOccurs="unbounded" minOccurs="0" nillable="true"/>
            </xsd:sequence>
          </xsd:extension>
        </xsd:complexContent>
      </xsd:complexType>
    </xsd:element>
  </xsd:schema>
  <xsd:schema xmlns="http://schemas.openxmlformats.org/package/2006/metadata/core-properties" xmlns:xsd="http://www.w3.org/2001/XMLSchema" xmlns:xsi="http://www.w3.org/2001/XMLSchema-instance" xmlns:dc="http://purl.org/dc/elements/1.1/" xmlns:dcterms="http://purl.org/dc/terms/" xmlns:odoc="http://schemas.microsoft.com/internal/obd" targetNamespace="http://schemas.openxmlformats.org/package/2006/metadata/core-properties" elementFormDefault="qualified" attributeFormDefault="unqualified" blockDefault="#all">
    <xsd:import namespace="http://purl.org/dc/elements/1.1/" schemaLocation="http://dublincore.org/schemas/xmls/qdc/2003/04/02/dc.xsd"/>
    <xsd:import namespace="http://purl.org/dc/terms/" schemaLocation="http://dublincore.org/schemas/xmls/qdc/2003/04/02/dcterms.xsd"/>
    <xsd:element name="coreProperties" type="CT_coreProperties"/>
    <xsd:complexType name="CT_coreProperties">
      <xsd:all>
        <xsd:element ref="dc:creator" minOccurs="0" maxOccurs="1"/>
        <xsd:element ref="dcterms:created" minOccurs="0" maxOccurs="1"/>
        <xsd:element ref="dc:identifier" minOccurs="0" maxOccurs="1"/>
        <xsd:element name="contentType" minOccurs="0" maxOccurs="1" type="xsd:string" ma:index="0" ma:displayName="Inhoudstype"/>
        <xsd:element ref="dc:title" minOccurs="0" maxOccurs="1" ma:index="4" ma:displayName="Titel"/>
        <xsd:element ref="dc:subject" minOccurs="0" maxOccurs="1"/>
        <xsd:element ref="dc:description" minOccurs="0" maxOccurs="1"/>
        <xsd:element name="keywords" minOccurs="0" maxOccurs="1" type="xsd:string"/>
        <xsd:element ref="dc:language" minOccurs="0" maxOccurs="1"/>
        <xsd:element name="category" minOccurs="0" maxOccurs="1" type="xsd:string"/>
        <xsd:element name="version" minOccurs="0" maxOccurs="1" type="xsd:string"/>
        <xsd:element name="revision" minOccurs="0" maxOccurs="1" type="xsd:string">
          <xsd:annotation>
            <xsd:documentation>
                        This value indicates the number of saves or revisions. The application is responsible for updating this value after each revision.
                    </xsd:documentation>
          </xsd:annotation>
        </xsd:element>
        <xsd:element name="lastModifiedBy" minOccurs="0" maxOccurs="1" type="xsd:string"/>
        <xsd:element ref="dcterms:modified" minOccurs="0" maxOccurs="1"/>
        <xsd:element name="contentStatus" minOccurs="0" maxOccurs="1" type="xsd:string"/>
      </xsd:all>
    </xsd:complexType>
  </xsd:schema>
  <xs:schema xmlns:pc="http://schemas.microsoft.com/office/infopath/2007/PartnerControls" xmlns:xs="http://www.w3.org/2001/XMLSchema" targetNamespace="http://schemas.microsoft.com/office/infopath/2007/PartnerControls" elementFormDefault="qualified" attributeFormDefault="unqualified">
    <xs:element name="Person">
      <xs:complexType>
        <xs:sequence>
          <xs:element ref="pc:DisplayName" minOccurs="0"/>
          <xs:element ref="pc:AccountId" minOccurs="0"/>
          <xs:element ref="pc:AccountType" minOccurs="0"/>
        </xs:sequence>
      </xs:complexType>
    </xs:element>
    <xs:element name="DisplayName" type="xs:string"/>
    <xs:element name="AccountId" type="xs:string"/>
    <xs:element name="AccountType" type="xs:string"/>
    <xs:element name="BDCAssociatedEntity">
      <xs:complexType>
        <xs:sequence>
          <xs:element ref="pc:BDCEntity" minOccurs="0" maxOccurs="unbounded"/>
        </xs:sequence>
        <xs:attribute ref="pc:EntityNamespace"/>
        <xs:attribute ref="pc:EntityName"/>
        <xs:attribute ref="pc:SystemInstanceName"/>
        <xs:attribute ref="pc:AssociationName"/>
      </xs:complexType>
    </xs:element>
    <xs:attribute name="EntityNamespace" type="xs:string"/>
    <xs:attribute name="EntityName" type="xs:string"/>
    <xs:attribute name="SystemInstanceName" type="xs:string"/>
    <xs:attribute name="AssociationName" type="xs:string"/>
    <xs:element name="BDCEntity">
      <xs:complexType>
        <xs:sequence>
          <xs:element ref="pc:EntityDisplayName" minOccurs="0"/>
          <xs:element ref="pc:EntityInstanceReference" minOccurs="0"/>
          <xs:element ref="pc:EntityId1" minOccurs="0"/>
          <xs:element ref="pc:EntityId2" minOccurs="0"/>
          <xs:element ref="pc:EntityId3" minOccurs="0"/>
          <xs:element ref="pc:EntityId4" minOccurs="0"/>
          <xs:element ref="pc:EntityId5" minOccurs="0"/>
        </xs:sequence>
      </xs:complexType>
    </xs:element>
    <xs:element name="EntityDisplayName" type="xs:string"/>
    <xs:element name="EntityInstanceReference" type="xs:string"/>
    <xs:element name="EntityId1" type="xs:string"/>
    <xs:element name="EntityId2" type="xs:string"/>
    <xs:element name="EntityId3" type="xs:string"/>
    <xs:element name="EntityId4" type="xs:string"/>
    <xs:element name="EntityId5" type="xs:string"/>
    <xs:element name="Terms">
      <xs:complexType>
        <xs:sequence>
          <xs:element ref="pc:TermInfo" minOccurs="0" maxOccurs="unbounded"/>
        </xs:sequence>
      </xs:complexType>
    </xs:element>
    <xs:element name="TermInfo">
      <xs:complexType>
        <xs:sequence>
          <xs:element ref="pc:TermName" minOccurs="0"/>
          <xs:element ref="pc:TermId" minOccurs="0"/>
        </xs:sequence>
      </xs:complexType>
    </xs:element>
    <xs:element name="TermName" type="xs:string"/>
    <xs:element name="TermId" type="xs:string"/>
  </xs:schema>
</ct:contentTypeSchema>
</file>

<file path=customXml/item2.xml><?xml version="1.0" encoding="utf-8"?>
<?mso-contentType ?>
<FormTemplates xmlns="http://schemas.microsoft.com/sharepoint/v3/contenttype/forms">
  <Display>DocumentLibraryForm</Display>
  <Edit>DocumentLibraryForm</Edit>
  <New>DocumentLibraryForm</New>
</FormTemplates>
</file>

<file path=customXml/item3.xml><?xml version="1.0" encoding="utf-8"?>
<p:properties xmlns:p="http://schemas.microsoft.com/office/2006/metadata/properties" xmlns:xsi="http://www.w3.org/2001/XMLSchema-instance" xmlns:pc="http://schemas.microsoft.com/office/infopath/2007/PartnerControls">
  <documentManagement>
    <TaxCatchAll xmlns="d7ce5642-18c0-48fa-a5af-d4dfb0221c6b" xsi:nil="true"/>
    <lcf76f155ced4ddcb4097134ff3c332f xmlns="54cf70e3-2239-4221-8830-1c81c0b21f0c">
      <Terms xmlns="http://schemas.microsoft.com/office/infopath/2007/PartnerControls"/>
    </lcf76f155ced4ddcb4097134ff3c332f>
  </documentManagement>
</p:properties>
</file>

<file path=customXml/itemProps1.xml><?xml version="1.0" encoding="utf-8"?>
<ds:datastoreItem xmlns:ds="http://schemas.openxmlformats.org/officeDocument/2006/customXml" ds:itemID="{07846E7F-51B8-4A8E-949F-6DA303DBB424}">
  <ds:schemaRefs>
    <ds:schemaRef ds:uri="http://schemas.microsoft.com/office/2006/metadata/contentType"/>
    <ds:schemaRef ds:uri="http://schemas.microsoft.com/office/2006/metadata/properties/metaAttributes"/>
    <ds:schemaRef ds:uri="http://www.w3.org/2001/XMLSchema"/>
    <ds:schemaRef ds:uri="http://schemas.microsoft.com/office/2006/metadata/properties"/>
    <ds:schemaRef ds:uri="54cf70e3-2239-4221-8830-1c81c0b21f0c"/>
    <ds:schemaRef ds:uri="d7ce5642-18c0-48fa-a5af-d4dfb0221c6b"/>
    <ds:schemaRef ds:uri="http://schemas.microsoft.com/office/2006/documentManagement/types"/>
    <ds:schemaRef ds:uri="http://schemas.microsoft.com/office/infopath/2007/PartnerControls"/>
    <ds:schemaRef ds:uri="http://schemas.openxmlformats.org/package/2006/metadata/core-properties"/>
    <ds:schemaRef ds:uri="http://purl.org/dc/elements/1.1/"/>
    <ds:schemaRef ds:uri="http://purl.org/dc/terms/"/>
    <ds:schemaRef ds:uri="http://schemas.microsoft.com/internal/obd"/>
  </ds:schemaRefs>
</ds:datastoreItem>
</file>

<file path=customXml/itemProps2.xml><?xml version="1.0" encoding="utf-8"?>
<ds:datastoreItem xmlns:ds="http://schemas.openxmlformats.org/officeDocument/2006/customXml" ds:itemID="{CAC215DF-C3FF-4212-A1A4-AD3079A67C73}">
  <ds:schemaRefs>
    <ds:schemaRef ds:uri="http://schemas.microsoft.com/sharepoint/v3/contenttype/forms"/>
  </ds:schemaRefs>
</ds:datastoreItem>
</file>

<file path=customXml/itemProps3.xml><?xml version="1.0" encoding="utf-8"?>
<ds:datastoreItem xmlns:ds="http://schemas.openxmlformats.org/officeDocument/2006/customXml" ds:itemID="{AF2ACA99-A8E1-4CD8-8BCF-32A28186CC91}">
  <ds:schemaRefs>
    <ds:schemaRef ds:uri="http://schemas.microsoft.com/office/2006/metadata/properties"/>
    <ds:schemaRef ds:uri="http://schemas.microsoft.com/office/infopath/2007/PartnerControls"/>
    <ds:schemaRef ds:uri="d7ce5642-18c0-48fa-a5af-d4dfb0221c6b"/>
    <ds:schemaRef ds:uri="54cf70e3-2239-4221-8830-1c81c0b21f0c"/>
  </ds:schemaRefs>
</ds:datastoreItem>
</file>

<file path=docProps/app.xml><?xml version="1.0" encoding="utf-8"?>
<Properties xmlns="http://schemas.openxmlformats.org/officeDocument/2006/extended-properties" xmlns:vt="http://schemas.openxmlformats.org/officeDocument/2006/docPropsVTypes">
  <Template>2.Voldoende</Template>
  <TotalTime>500</TotalTime>
  <Words>423</Words>
  <Application>Microsoft Office PowerPoint</Application>
  <PresentationFormat>Breedbeeld</PresentationFormat>
  <Paragraphs>50</Paragraphs>
  <Slides>8</Slides>
  <Notes>0</Notes>
  <HiddenSlides>0</HiddenSlides>
  <MMClips>0</MMClips>
  <ScaleCrop>false</ScaleCrop>
  <HeadingPairs>
    <vt:vector size="6" baseType="variant">
      <vt:variant>
        <vt:lpstr>Gebruikte lettertypen</vt:lpstr>
      </vt:variant>
      <vt:variant>
        <vt:i4>2</vt:i4>
      </vt:variant>
      <vt:variant>
        <vt:lpstr>Thema</vt:lpstr>
      </vt:variant>
      <vt:variant>
        <vt:i4>1</vt:i4>
      </vt:variant>
      <vt:variant>
        <vt:lpstr>Diatitels</vt:lpstr>
      </vt:variant>
      <vt:variant>
        <vt:i4>8</vt:i4>
      </vt:variant>
    </vt:vector>
  </HeadingPairs>
  <TitlesOfParts>
    <vt:vector size="11" baseType="lpstr">
      <vt:lpstr>Arial</vt:lpstr>
      <vt:lpstr>Calibri</vt:lpstr>
      <vt:lpstr>Voldoende</vt:lpstr>
      <vt:lpstr>HyDAMO Validatietool bij Waterschap Aa en Maas</vt:lpstr>
      <vt:lpstr>Waarom/ waarvoor gebruiken jullie de validatietool?</vt:lpstr>
      <vt:lpstr>Wat heeft het gebruik jullie opgeleverd?</vt:lpstr>
      <vt:lpstr>Voorbeeld bijzonderheden bruggen</vt:lpstr>
      <vt:lpstr>Voorbeeld bijzonderheden duikers</vt:lpstr>
      <vt:lpstr>Voorbeeld bijzondere kunstwerken</vt:lpstr>
      <vt:lpstr>Welke uitdagingen kwam je tegen?</vt:lpstr>
      <vt:lpstr>Vragen?</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PowerPoint-presentatie</dc:title>
  <dc:creator>Keulen, Johnny van</dc:creator>
  <cp:lastModifiedBy>Keulen, Johnny van</cp:lastModifiedBy>
  <cp:revision>1</cp:revision>
  <dcterms:created xsi:type="dcterms:W3CDTF">2023-01-30T12:50:54Z</dcterms:created>
  <dcterms:modified xsi:type="dcterms:W3CDTF">2023-02-08T14:29:03Z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Theme">
    <vt:lpwstr>Voldoende</vt:lpwstr>
  </property>
  <property fmtid="{D5CDD505-2E9C-101B-9397-08002B2CF9AE}" pid="3" name="ContentTypeId">
    <vt:lpwstr>0x01010049A6BCADAC71014699F509D8F17AF2C7</vt:lpwstr>
  </property>
  <property fmtid="{D5CDD505-2E9C-101B-9397-08002B2CF9AE}" pid="4" name="MediaServiceImageTags">
    <vt:lpwstr/>
  </property>
</Properties>
</file>