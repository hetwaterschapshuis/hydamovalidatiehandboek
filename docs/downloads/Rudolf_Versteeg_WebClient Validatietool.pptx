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5"/>
  </p:sldMasterIdLst>
  <p:notesMasterIdLst>
    <p:notesMasterId r:id="rId16"/>
  </p:notesMasterIdLst>
  <p:sldIdLst>
    <p:sldId id="256" r:id="rId6"/>
    <p:sldId id="293" r:id="rId7"/>
    <p:sldId id="297" r:id="rId8"/>
    <p:sldId id="296" r:id="rId9"/>
    <p:sldId id="294" r:id="rId10"/>
    <p:sldId id="299" r:id="rId11"/>
    <p:sldId id="301" r:id="rId12"/>
    <p:sldId id="298" r:id="rId13"/>
    <p:sldId id="300" r:id="rId14"/>
    <p:sldId id="302" r:id="rId15"/>
  </p:sldIdLst>
  <p:sldSz cx="9144000" cy="6858000" type="screen4x3"/>
  <p:notesSz cx="6797675" cy="98726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rgbClr val="000000"/>
        </a:solidFill>
        <a:latin typeface="Verdan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rgbClr val="000000"/>
        </a:solidFill>
        <a:latin typeface="Verdan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rgbClr val="000000"/>
        </a:solidFill>
        <a:latin typeface="Verdan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rgbClr val="000000"/>
        </a:solidFill>
        <a:latin typeface="Verdan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rgbClr val="000000"/>
        </a:solidFill>
        <a:latin typeface="Verdan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rgbClr val="000000"/>
        </a:solidFill>
        <a:latin typeface="Verdan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rgbClr val="000000"/>
        </a:solidFill>
        <a:latin typeface="Verdan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rgbClr val="000000"/>
        </a:solidFill>
        <a:latin typeface="Verdan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rgbClr val="000000"/>
        </a:solidFill>
        <a:latin typeface="Verdan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ECCE8"/>
    <a:srgbClr val="E1EBF5"/>
    <a:srgbClr val="BFBFBF"/>
    <a:srgbClr val="161771"/>
    <a:srgbClr val="565656"/>
    <a:srgbClr val="595959"/>
    <a:srgbClr val="6C6C6C"/>
    <a:srgbClr val="6B9CBB"/>
    <a:srgbClr val="99B9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34E05D-C4D8-4D13-A2DD-D2CD9C89F777}" v="11" dt="2023-02-09T09:00:21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Stijl, gemiddeld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Stijl, gemiddeld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250" autoAdjust="0"/>
  </p:normalViewPr>
  <p:slideViewPr>
    <p:cSldViewPr snapToGrid="0">
      <p:cViewPr varScale="1">
        <p:scale>
          <a:sx n="85" d="100"/>
          <a:sy n="85" d="100"/>
        </p:scale>
        <p:origin x="130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oppelenburg, Frederik" userId="fcff42c2-afbc-4879-8b25-a7542c332e8c" providerId="ADAL" clId="{14651CB9-BEF7-4A04-888C-863875903647}"/>
    <pc:docChg chg="addSld modSld">
      <pc:chgData name="Stoppelenburg, Frederik" userId="fcff42c2-afbc-4879-8b25-a7542c332e8c" providerId="ADAL" clId="{14651CB9-BEF7-4A04-888C-863875903647}" dt="2022-12-21T10:28:48.903" v="16" actId="6549"/>
      <pc:docMkLst>
        <pc:docMk/>
      </pc:docMkLst>
      <pc:sldChg chg="modSp new mod">
        <pc:chgData name="Stoppelenburg, Frederik" userId="fcff42c2-afbc-4879-8b25-a7542c332e8c" providerId="ADAL" clId="{14651CB9-BEF7-4A04-888C-863875903647}" dt="2022-12-21T10:28:48.903" v="16" actId="6549"/>
        <pc:sldMkLst>
          <pc:docMk/>
          <pc:sldMk cId="175978603" sldId="294"/>
        </pc:sldMkLst>
        <pc:spChg chg="mod">
          <ac:chgData name="Stoppelenburg, Frederik" userId="fcff42c2-afbc-4879-8b25-a7542c332e8c" providerId="ADAL" clId="{14651CB9-BEF7-4A04-888C-863875903647}" dt="2022-12-21T10:27:17.638" v="3"/>
          <ac:spMkLst>
            <pc:docMk/>
            <pc:sldMk cId="175978603" sldId="294"/>
            <ac:spMk id="2" creationId="{5AFE5290-957A-4796-B877-94ADF97594DC}"/>
          </ac:spMkLst>
        </pc:spChg>
        <pc:spChg chg="mod">
          <ac:chgData name="Stoppelenburg, Frederik" userId="fcff42c2-afbc-4879-8b25-a7542c332e8c" providerId="ADAL" clId="{14651CB9-BEF7-4A04-888C-863875903647}" dt="2022-12-21T10:28:48.903" v="16" actId="6549"/>
          <ac:spMkLst>
            <pc:docMk/>
            <pc:sldMk cId="175978603" sldId="294"/>
            <ac:spMk id="3" creationId="{09BD8A4D-116A-4B4A-9D08-B24406DE124A}"/>
          </ac:spMkLst>
        </pc:spChg>
      </pc:sldChg>
    </pc:docChg>
  </pc:docChgLst>
  <pc:docChgLst>
    <pc:chgData name="Versteeg, Rudolf" userId="88c6ea76-0ac2-49cc-832a-1ba9174d93d6" providerId="ADAL" clId="{B0E6CAB1-8AC2-4EA9-AD42-4351B04902AB}"/>
    <pc:docChg chg="modSld">
      <pc:chgData name="Versteeg, Rudolf" userId="88c6ea76-0ac2-49cc-832a-1ba9174d93d6" providerId="ADAL" clId="{B0E6CAB1-8AC2-4EA9-AD42-4351B04902AB}" dt="2023-01-11T16:49:55.887" v="69" actId="164"/>
      <pc:docMkLst>
        <pc:docMk/>
      </pc:docMkLst>
      <pc:sldChg chg="addSp delSp modSp mod">
        <pc:chgData name="Versteeg, Rudolf" userId="88c6ea76-0ac2-49cc-832a-1ba9174d93d6" providerId="ADAL" clId="{B0E6CAB1-8AC2-4EA9-AD42-4351B04902AB}" dt="2023-01-11T16:49:55.887" v="69" actId="164"/>
        <pc:sldMkLst>
          <pc:docMk/>
          <pc:sldMk cId="1477549313" sldId="292"/>
        </pc:sldMkLst>
        <pc:spChg chg="add mod topLvl">
          <ac:chgData name="Versteeg, Rudolf" userId="88c6ea76-0ac2-49cc-832a-1ba9174d93d6" providerId="ADAL" clId="{B0E6CAB1-8AC2-4EA9-AD42-4351B04902AB}" dt="2023-01-11T16:49:55.887" v="69" actId="164"/>
          <ac:spMkLst>
            <pc:docMk/>
            <pc:sldMk cId="1477549313" sldId="292"/>
            <ac:spMk id="3" creationId="{FBCFBFEF-236E-133F-66D4-4B12571D7B47}"/>
          </ac:spMkLst>
        </pc:spChg>
        <pc:spChg chg="mod topLvl">
          <ac:chgData name="Versteeg, Rudolf" userId="88c6ea76-0ac2-49cc-832a-1ba9174d93d6" providerId="ADAL" clId="{B0E6CAB1-8AC2-4EA9-AD42-4351B04902AB}" dt="2023-01-11T16:49:55.887" v="69" actId="164"/>
          <ac:spMkLst>
            <pc:docMk/>
            <pc:sldMk cId="1477549313" sldId="292"/>
            <ac:spMk id="6" creationId="{0C8D5222-60EE-48F2-8ADE-6B1C444FE43A}"/>
          </ac:spMkLst>
        </pc:spChg>
        <pc:spChg chg="add mod topLvl">
          <ac:chgData name="Versteeg, Rudolf" userId="88c6ea76-0ac2-49cc-832a-1ba9174d93d6" providerId="ADAL" clId="{B0E6CAB1-8AC2-4EA9-AD42-4351B04902AB}" dt="2023-01-11T16:49:55.887" v="69" actId="164"/>
          <ac:spMkLst>
            <pc:docMk/>
            <pc:sldMk cId="1477549313" sldId="292"/>
            <ac:spMk id="8" creationId="{829F59EC-C4CC-AB93-1A35-3335CA41E60C}"/>
          </ac:spMkLst>
        </pc:spChg>
        <pc:grpChg chg="del mod topLvl">
          <ac:chgData name="Versteeg, Rudolf" userId="88c6ea76-0ac2-49cc-832a-1ba9174d93d6" providerId="ADAL" clId="{B0E6CAB1-8AC2-4EA9-AD42-4351B04902AB}" dt="2023-01-11T16:49:38.720" v="68" actId="165"/>
          <ac:grpSpMkLst>
            <pc:docMk/>
            <pc:sldMk cId="1477549313" sldId="292"/>
            <ac:grpSpMk id="7" creationId="{6CD5413F-84BC-4626-85FB-D860C3D34075}"/>
          </ac:grpSpMkLst>
        </pc:grpChg>
        <pc:grpChg chg="add del mod">
          <ac:chgData name="Versteeg, Rudolf" userId="88c6ea76-0ac2-49cc-832a-1ba9174d93d6" providerId="ADAL" clId="{B0E6CAB1-8AC2-4EA9-AD42-4351B04902AB}" dt="2023-01-11T16:49:33.207" v="67" actId="165"/>
          <ac:grpSpMkLst>
            <pc:docMk/>
            <pc:sldMk cId="1477549313" sldId="292"/>
            <ac:grpSpMk id="9" creationId="{6C2C6015-627B-89E6-7876-40B4A5B1541E}"/>
          </ac:grpSpMkLst>
        </pc:grpChg>
        <pc:grpChg chg="add mod">
          <ac:chgData name="Versteeg, Rudolf" userId="88c6ea76-0ac2-49cc-832a-1ba9174d93d6" providerId="ADAL" clId="{B0E6CAB1-8AC2-4EA9-AD42-4351B04902AB}" dt="2023-01-11T16:49:55.887" v="69" actId="164"/>
          <ac:grpSpMkLst>
            <pc:docMk/>
            <pc:sldMk cId="1477549313" sldId="292"/>
            <ac:grpSpMk id="10" creationId="{4466FBC3-44E7-D15F-090C-22EB67DEA5D8}"/>
          </ac:grpSpMkLst>
        </pc:grpChg>
        <pc:picChg chg="mod topLvl">
          <ac:chgData name="Versteeg, Rudolf" userId="88c6ea76-0ac2-49cc-832a-1ba9174d93d6" providerId="ADAL" clId="{B0E6CAB1-8AC2-4EA9-AD42-4351B04902AB}" dt="2023-01-11T16:49:55.887" v="69" actId="164"/>
          <ac:picMkLst>
            <pc:docMk/>
            <pc:sldMk cId="1477549313" sldId="292"/>
            <ac:picMk id="5" creationId="{FCCA87C2-1A80-48A6-ABBD-A83CBFE31E5C}"/>
          </ac:picMkLst>
        </pc:picChg>
      </pc:sldChg>
    </pc:docChg>
  </pc:docChgLst>
  <pc:docChgLst>
    <pc:chgData name="Versteeg, Rudolf" userId="88c6ea76-0ac2-49cc-832a-1ba9174d93d6" providerId="ADAL" clId="{3D84C033-40B4-4269-9798-7615F969E1E5}"/>
    <pc:docChg chg="undo custSel modSld">
      <pc:chgData name="Versteeg, Rudolf" userId="88c6ea76-0ac2-49cc-832a-1ba9174d93d6" providerId="ADAL" clId="{3D84C033-40B4-4269-9798-7615F969E1E5}" dt="2021-12-21T15:24:11.262" v="2044" actId="164"/>
      <pc:docMkLst>
        <pc:docMk/>
      </pc:docMkLst>
      <pc:sldChg chg="modNotesTx">
        <pc:chgData name="Versteeg, Rudolf" userId="88c6ea76-0ac2-49cc-832a-1ba9174d93d6" providerId="ADAL" clId="{3D84C033-40B4-4269-9798-7615F969E1E5}" dt="2021-12-13T14:39:50.453" v="464" actId="20577"/>
        <pc:sldMkLst>
          <pc:docMk/>
          <pc:sldMk cId="0" sldId="256"/>
        </pc:sldMkLst>
      </pc:sldChg>
      <pc:sldChg chg="modNotesTx">
        <pc:chgData name="Versteeg, Rudolf" userId="88c6ea76-0ac2-49cc-832a-1ba9174d93d6" providerId="ADAL" clId="{3D84C033-40B4-4269-9798-7615F969E1E5}" dt="2021-12-13T14:43:14.926" v="693" actId="20577"/>
        <pc:sldMkLst>
          <pc:docMk/>
          <pc:sldMk cId="470630873" sldId="257"/>
        </pc:sldMkLst>
      </pc:sldChg>
      <pc:sldChg chg="modNotesTx">
        <pc:chgData name="Versteeg, Rudolf" userId="88c6ea76-0ac2-49cc-832a-1ba9174d93d6" providerId="ADAL" clId="{3D84C033-40B4-4269-9798-7615F969E1E5}" dt="2021-12-13T15:09:28.313" v="1293" actId="20577"/>
        <pc:sldMkLst>
          <pc:docMk/>
          <pc:sldMk cId="2791172851" sldId="266"/>
        </pc:sldMkLst>
      </pc:sldChg>
      <pc:sldChg chg="modNotesTx">
        <pc:chgData name="Versteeg, Rudolf" userId="88c6ea76-0ac2-49cc-832a-1ba9174d93d6" providerId="ADAL" clId="{3D84C033-40B4-4269-9798-7615F969E1E5}" dt="2021-12-13T15:22:18.277" v="1934" actId="6549"/>
        <pc:sldMkLst>
          <pc:docMk/>
          <pc:sldMk cId="823238012" sldId="267"/>
        </pc:sldMkLst>
      </pc:sldChg>
      <pc:sldChg chg="modNotesTx">
        <pc:chgData name="Versteeg, Rudolf" userId="88c6ea76-0ac2-49cc-832a-1ba9174d93d6" providerId="ADAL" clId="{3D84C033-40B4-4269-9798-7615F969E1E5}" dt="2021-12-13T15:15:19.384" v="1667" actId="12"/>
        <pc:sldMkLst>
          <pc:docMk/>
          <pc:sldMk cId="3636904956" sldId="268"/>
        </pc:sldMkLst>
      </pc:sldChg>
      <pc:sldChg chg="modNotesTx">
        <pc:chgData name="Versteeg, Rudolf" userId="88c6ea76-0ac2-49cc-832a-1ba9174d93d6" providerId="ADAL" clId="{3D84C033-40B4-4269-9798-7615F969E1E5}" dt="2021-12-13T14:47:24.388" v="865" actId="12"/>
        <pc:sldMkLst>
          <pc:docMk/>
          <pc:sldMk cId="3851600883" sldId="269"/>
        </pc:sldMkLst>
      </pc:sldChg>
      <pc:sldChg chg="modNotesTx">
        <pc:chgData name="Versteeg, Rudolf" userId="88c6ea76-0ac2-49cc-832a-1ba9174d93d6" providerId="ADAL" clId="{3D84C033-40B4-4269-9798-7615F969E1E5}" dt="2021-12-13T14:47:45.011" v="869" actId="20577"/>
        <pc:sldMkLst>
          <pc:docMk/>
          <pc:sldMk cId="3148212075" sldId="270"/>
        </pc:sldMkLst>
      </pc:sldChg>
      <pc:sldChg chg="modNotesTx">
        <pc:chgData name="Versteeg, Rudolf" userId="88c6ea76-0ac2-49cc-832a-1ba9174d93d6" providerId="ADAL" clId="{3D84C033-40B4-4269-9798-7615F969E1E5}" dt="2021-12-14T12:19:01.708" v="2043" actId="20577"/>
        <pc:sldMkLst>
          <pc:docMk/>
          <pc:sldMk cId="2076247338" sldId="273"/>
        </pc:sldMkLst>
      </pc:sldChg>
      <pc:sldChg chg="addSp modSp modNotesTx">
        <pc:chgData name="Versteeg, Rudolf" userId="88c6ea76-0ac2-49cc-832a-1ba9174d93d6" providerId="ADAL" clId="{3D84C033-40B4-4269-9798-7615F969E1E5}" dt="2021-12-21T15:24:11.262" v="2044" actId="164"/>
        <pc:sldMkLst>
          <pc:docMk/>
          <pc:sldMk cId="160537808" sldId="276"/>
        </pc:sldMkLst>
        <pc:spChg chg="mod">
          <ac:chgData name="Versteeg, Rudolf" userId="88c6ea76-0ac2-49cc-832a-1ba9174d93d6" providerId="ADAL" clId="{3D84C033-40B4-4269-9798-7615F969E1E5}" dt="2021-12-21T15:24:11.262" v="2044" actId="164"/>
          <ac:spMkLst>
            <pc:docMk/>
            <pc:sldMk cId="160537808" sldId="276"/>
            <ac:spMk id="10" creationId="{F78D6CB1-00D5-4D2E-8EB8-3465DC17AEC0}"/>
          </ac:spMkLst>
        </pc:spChg>
        <pc:grpChg chg="add mod">
          <ac:chgData name="Versteeg, Rudolf" userId="88c6ea76-0ac2-49cc-832a-1ba9174d93d6" providerId="ADAL" clId="{3D84C033-40B4-4269-9798-7615F969E1E5}" dt="2021-12-21T15:24:11.262" v="2044" actId="164"/>
          <ac:grpSpMkLst>
            <pc:docMk/>
            <pc:sldMk cId="160537808" sldId="276"/>
            <ac:grpSpMk id="3" creationId="{E9EF18EE-B03F-457B-9625-514C32B50D2E}"/>
          </ac:grpSpMkLst>
        </pc:grpChg>
        <pc:picChg chg="mod">
          <ac:chgData name="Versteeg, Rudolf" userId="88c6ea76-0ac2-49cc-832a-1ba9174d93d6" providerId="ADAL" clId="{3D84C033-40B4-4269-9798-7615F969E1E5}" dt="2021-12-21T15:24:11.262" v="2044" actId="164"/>
          <ac:picMkLst>
            <pc:docMk/>
            <pc:sldMk cId="160537808" sldId="276"/>
            <ac:picMk id="9" creationId="{056C1F07-2ABA-4AA7-B3CA-5CE76C0FB845}"/>
          </ac:picMkLst>
        </pc:picChg>
      </pc:sldChg>
      <pc:sldChg chg="modNotesTx">
        <pc:chgData name="Versteeg, Rudolf" userId="88c6ea76-0ac2-49cc-832a-1ba9174d93d6" providerId="ADAL" clId="{3D84C033-40B4-4269-9798-7615F969E1E5}" dt="2021-12-13T14:46:05.306" v="817" actId="20577"/>
        <pc:sldMkLst>
          <pc:docMk/>
          <pc:sldMk cId="587509835" sldId="281"/>
        </pc:sldMkLst>
      </pc:sldChg>
      <pc:sldChg chg="modAnim modNotesTx">
        <pc:chgData name="Versteeg, Rudolf" userId="88c6ea76-0ac2-49cc-832a-1ba9174d93d6" providerId="ADAL" clId="{3D84C033-40B4-4269-9798-7615F969E1E5}" dt="2021-12-13T14:57:30.886" v="968" actId="20577"/>
        <pc:sldMkLst>
          <pc:docMk/>
          <pc:sldMk cId="934435066" sldId="283"/>
        </pc:sldMkLst>
      </pc:sldChg>
      <pc:sldChg chg="modNotesTx">
        <pc:chgData name="Versteeg, Rudolf" userId="88c6ea76-0ac2-49cc-832a-1ba9174d93d6" providerId="ADAL" clId="{3D84C033-40B4-4269-9798-7615F969E1E5}" dt="2021-12-13T15:24:31.249" v="1998" actId="20577"/>
        <pc:sldMkLst>
          <pc:docMk/>
          <pc:sldMk cId="2620176596" sldId="284"/>
        </pc:sldMkLst>
      </pc:sldChg>
      <pc:sldChg chg="modAnim modNotesTx">
        <pc:chgData name="Versteeg, Rudolf" userId="88c6ea76-0ac2-49cc-832a-1ba9174d93d6" providerId="ADAL" clId="{3D84C033-40B4-4269-9798-7615F969E1E5}" dt="2021-12-13T15:14:49.495" v="1633" actId="20577"/>
        <pc:sldMkLst>
          <pc:docMk/>
          <pc:sldMk cId="1031848223" sldId="285"/>
        </pc:sldMkLst>
      </pc:sldChg>
    </pc:docChg>
  </pc:docChgLst>
  <pc:docChgLst>
    <pc:chgData name="Oudejans, Robin" userId="150a0d7f-1e37-4e4c-8ccc-50cf73a1ef1f" providerId="ADAL" clId="{5559518A-3B0D-4764-B04E-03FAC106D0FE}"/>
    <pc:docChg chg="undo custSel modSld">
      <pc:chgData name="Oudejans, Robin" userId="150a0d7f-1e37-4e4c-8ccc-50cf73a1ef1f" providerId="ADAL" clId="{5559518A-3B0D-4764-B04E-03FAC106D0FE}" dt="2023-01-16T15:37:01.558" v="21" actId="20577"/>
      <pc:docMkLst>
        <pc:docMk/>
      </pc:docMkLst>
      <pc:sldChg chg="addSp delSp modSp mod modAnim">
        <pc:chgData name="Oudejans, Robin" userId="150a0d7f-1e37-4e4c-8ccc-50cf73a1ef1f" providerId="ADAL" clId="{5559518A-3B0D-4764-B04E-03FAC106D0FE}" dt="2023-01-16T15:37:01.558" v="21" actId="20577"/>
        <pc:sldMkLst>
          <pc:docMk/>
          <pc:sldMk cId="2271776464" sldId="287"/>
        </pc:sldMkLst>
        <pc:spChg chg="mod">
          <ac:chgData name="Oudejans, Robin" userId="150a0d7f-1e37-4e4c-8ccc-50cf73a1ef1f" providerId="ADAL" clId="{5559518A-3B0D-4764-B04E-03FAC106D0FE}" dt="2023-01-16T15:36:24.609" v="1"/>
          <ac:spMkLst>
            <pc:docMk/>
            <pc:sldMk cId="2271776464" sldId="287"/>
            <ac:spMk id="2" creationId="{3A1ADE91-3A2D-4C38-9EC5-B47E4CB85B83}"/>
          </ac:spMkLst>
        </pc:spChg>
        <pc:spChg chg="mod">
          <ac:chgData name="Oudejans, Robin" userId="150a0d7f-1e37-4e4c-8ccc-50cf73a1ef1f" providerId="ADAL" clId="{5559518A-3B0D-4764-B04E-03FAC106D0FE}" dt="2023-01-16T15:37:01.558" v="21" actId="20577"/>
          <ac:spMkLst>
            <pc:docMk/>
            <pc:sldMk cId="2271776464" sldId="287"/>
            <ac:spMk id="3" creationId="{E51F68FD-25BF-4B3D-B360-89F3CA661C51}"/>
          </ac:spMkLst>
        </pc:spChg>
        <pc:spChg chg="add del mod">
          <ac:chgData name="Oudejans, Robin" userId="150a0d7f-1e37-4e4c-8ccc-50cf73a1ef1f" providerId="ADAL" clId="{5559518A-3B0D-4764-B04E-03FAC106D0FE}" dt="2023-01-16T15:36:33.828" v="5" actId="478"/>
          <ac:spMkLst>
            <pc:docMk/>
            <pc:sldMk cId="2271776464" sldId="287"/>
            <ac:spMk id="6" creationId="{EBFCD297-536A-4A86-874E-964DC515017B}"/>
          </ac:spMkLst>
        </pc:spChg>
      </pc:sldChg>
    </pc:docChg>
  </pc:docChgLst>
  <pc:docChgLst>
    <pc:chgData name="Buysse - Hendriks, Maaike" userId="c9e08040-3f1f-4154-a004-ddbb939ff654" providerId="ADAL" clId="{7A15E400-7A39-4F6E-9766-85E64D3542C8}"/>
    <pc:docChg chg="modNotesMaster">
      <pc:chgData name="Buysse - Hendriks, Maaike" userId="c9e08040-3f1f-4154-a004-ddbb939ff654" providerId="ADAL" clId="{7A15E400-7A39-4F6E-9766-85E64D3542C8}" dt="2022-12-22T08:00:36.289" v="0"/>
      <pc:docMkLst>
        <pc:docMk/>
      </pc:docMkLst>
    </pc:docChg>
  </pc:docChgLst>
  <pc:docChgLst>
    <pc:chgData name="Versteeg, Rudolf" userId="88c6ea76-0ac2-49cc-832a-1ba9174d93d6" providerId="ADAL" clId="{9F303349-9F80-43F7-AB19-8D3AAEDA3372}"/>
    <pc:docChg chg="undo custSel addSld delSld modSld sldOrd">
      <pc:chgData name="Versteeg, Rudolf" userId="88c6ea76-0ac2-49cc-832a-1ba9174d93d6" providerId="ADAL" clId="{9F303349-9F80-43F7-AB19-8D3AAEDA3372}" dt="2023-01-17T08:09:38.908" v="3219" actId="6549"/>
      <pc:docMkLst>
        <pc:docMk/>
      </pc:docMkLst>
      <pc:sldChg chg="modSp mod ord">
        <pc:chgData name="Versteeg, Rudolf" userId="88c6ea76-0ac2-49cc-832a-1ba9174d93d6" providerId="ADAL" clId="{9F303349-9F80-43F7-AB19-8D3AAEDA3372}" dt="2022-12-21T10:28:03.193" v="3198" actId="6549"/>
        <pc:sldMkLst>
          <pc:docMk/>
          <pc:sldMk cId="0" sldId="256"/>
        </pc:sldMkLst>
        <pc:spChg chg="mod">
          <ac:chgData name="Versteeg, Rudolf" userId="88c6ea76-0ac2-49cc-832a-1ba9174d93d6" providerId="ADAL" clId="{9F303349-9F80-43F7-AB19-8D3AAEDA3372}" dt="2022-12-21T10:28:03.193" v="3198" actId="6549"/>
          <ac:spMkLst>
            <pc:docMk/>
            <pc:sldMk cId="0" sldId="256"/>
            <ac:spMk id="3074" creationId="{5E35DB7F-F601-44DF-9942-715FEBED0972}"/>
          </ac:spMkLst>
        </pc:spChg>
        <pc:spChg chg="mod">
          <ac:chgData name="Versteeg, Rudolf" userId="88c6ea76-0ac2-49cc-832a-1ba9174d93d6" providerId="ADAL" clId="{9F303349-9F80-43F7-AB19-8D3AAEDA3372}" dt="2022-12-15T12:36:11.527" v="15" actId="20577"/>
          <ac:spMkLst>
            <pc:docMk/>
            <pc:sldMk cId="0" sldId="256"/>
            <ac:spMk id="3075" creationId="{FC0525F4-A9F1-423D-B7EA-BEBFDC8E1512}"/>
          </ac:spMkLst>
        </pc:spChg>
      </pc:sldChg>
      <pc:sldChg chg="del">
        <pc:chgData name="Versteeg, Rudolf" userId="88c6ea76-0ac2-49cc-832a-1ba9174d93d6" providerId="ADAL" clId="{9F303349-9F80-43F7-AB19-8D3AAEDA3372}" dt="2022-12-15T12:37:42.765" v="50" actId="2696"/>
        <pc:sldMkLst>
          <pc:docMk/>
          <pc:sldMk cId="470630873" sldId="257"/>
        </pc:sldMkLst>
      </pc:sldChg>
      <pc:sldChg chg="del">
        <pc:chgData name="Versteeg, Rudolf" userId="88c6ea76-0ac2-49cc-832a-1ba9174d93d6" providerId="ADAL" clId="{9F303349-9F80-43F7-AB19-8D3AAEDA3372}" dt="2022-12-15T12:37:42.765" v="50" actId="2696"/>
        <pc:sldMkLst>
          <pc:docMk/>
          <pc:sldMk cId="2791172851" sldId="266"/>
        </pc:sldMkLst>
      </pc:sldChg>
      <pc:sldChg chg="del">
        <pc:chgData name="Versteeg, Rudolf" userId="88c6ea76-0ac2-49cc-832a-1ba9174d93d6" providerId="ADAL" clId="{9F303349-9F80-43F7-AB19-8D3AAEDA3372}" dt="2022-12-15T12:37:42.765" v="50" actId="2696"/>
        <pc:sldMkLst>
          <pc:docMk/>
          <pc:sldMk cId="823238012" sldId="267"/>
        </pc:sldMkLst>
      </pc:sldChg>
      <pc:sldChg chg="del">
        <pc:chgData name="Versteeg, Rudolf" userId="88c6ea76-0ac2-49cc-832a-1ba9174d93d6" providerId="ADAL" clId="{9F303349-9F80-43F7-AB19-8D3AAEDA3372}" dt="2022-12-15T12:37:42.765" v="50" actId="2696"/>
        <pc:sldMkLst>
          <pc:docMk/>
          <pc:sldMk cId="3636904956" sldId="268"/>
        </pc:sldMkLst>
      </pc:sldChg>
      <pc:sldChg chg="del">
        <pc:chgData name="Versteeg, Rudolf" userId="88c6ea76-0ac2-49cc-832a-1ba9174d93d6" providerId="ADAL" clId="{9F303349-9F80-43F7-AB19-8D3AAEDA3372}" dt="2022-12-15T12:37:42.765" v="50" actId="2696"/>
        <pc:sldMkLst>
          <pc:docMk/>
          <pc:sldMk cId="3851600883" sldId="269"/>
        </pc:sldMkLst>
      </pc:sldChg>
      <pc:sldChg chg="del">
        <pc:chgData name="Versteeg, Rudolf" userId="88c6ea76-0ac2-49cc-832a-1ba9174d93d6" providerId="ADAL" clId="{9F303349-9F80-43F7-AB19-8D3AAEDA3372}" dt="2022-12-15T12:37:42.765" v="50" actId="2696"/>
        <pc:sldMkLst>
          <pc:docMk/>
          <pc:sldMk cId="3148212075" sldId="270"/>
        </pc:sldMkLst>
      </pc:sldChg>
      <pc:sldChg chg="del">
        <pc:chgData name="Versteeg, Rudolf" userId="88c6ea76-0ac2-49cc-832a-1ba9174d93d6" providerId="ADAL" clId="{9F303349-9F80-43F7-AB19-8D3AAEDA3372}" dt="2022-12-15T12:37:42.765" v="50" actId="2696"/>
        <pc:sldMkLst>
          <pc:docMk/>
          <pc:sldMk cId="2076247338" sldId="273"/>
        </pc:sldMkLst>
      </pc:sldChg>
      <pc:sldChg chg="del">
        <pc:chgData name="Versteeg, Rudolf" userId="88c6ea76-0ac2-49cc-832a-1ba9174d93d6" providerId="ADAL" clId="{9F303349-9F80-43F7-AB19-8D3AAEDA3372}" dt="2022-12-15T12:37:42.765" v="50" actId="2696"/>
        <pc:sldMkLst>
          <pc:docMk/>
          <pc:sldMk cId="809482615" sldId="275"/>
        </pc:sldMkLst>
      </pc:sldChg>
      <pc:sldChg chg="del">
        <pc:chgData name="Versteeg, Rudolf" userId="88c6ea76-0ac2-49cc-832a-1ba9174d93d6" providerId="ADAL" clId="{9F303349-9F80-43F7-AB19-8D3AAEDA3372}" dt="2022-12-15T12:37:42.765" v="50" actId="2696"/>
        <pc:sldMkLst>
          <pc:docMk/>
          <pc:sldMk cId="160537808" sldId="276"/>
        </pc:sldMkLst>
      </pc:sldChg>
      <pc:sldChg chg="del">
        <pc:chgData name="Versteeg, Rudolf" userId="88c6ea76-0ac2-49cc-832a-1ba9174d93d6" providerId="ADAL" clId="{9F303349-9F80-43F7-AB19-8D3AAEDA3372}" dt="2022-12-15T12:37:42.765" v="50" actId="2696"/>
        <pc:sldMkLst>
          <pc:docMk/>
          <pc:sldMk cId="587509835" sldId="281"/>
        </pc:sldMkLst>
      </pc:sldChg>
      <pc:sldChg chg="del">
        <pc:chgData name="Versteeg, Rudolf" userId="88c6ea76-0ac2-49cc-832a-1ba9174d93d6" providerId="ADAL" clId="{9F303349-9F80-43F7-AB19-8D3AAEDA3372}" dt="2022-12-15T12:37:42.765" v="50" actId="2696"/>
        <pc:sldMkLst>
          <pc:docMk/>
          <pc:sldMk cId="934435066" sldId="283"/>
        </pc:sldMkLst>
      </pc:sldChg>
      <pc:sldChg chg="del">
        <pc:chgData name="Versteeg, Rudolf" userId="88c6ea76-0ac2-49cc-832a-1ba9174d93d6" providerId="ADAL" clId="{9F303349-9F80-43F7-AB19-8D3AAEDA3372}" dt="2022-12-15T12:37:42.765" v="50" actId="2696"/>
        <pc:sldMkLst>
          <pc:docMk/>
          <pc:sldMk cId="2620176596" sldId="284"/>
        </pc:sldMkLst>
      </pc:sldChg>
      <pc:sldChg chg="del">
        <pc:chgData name="Versteeg, Rudolf" userId="88c6ea76-0ac2-49cc-832a-1ba9174d93d6" providerId="ADAL" clId="{9F303349-9F80-43F7-AB19-8D3AAEDA3372}" dt="2022-12-15T12:37:42.765" v="50" actId="2696"/>
        <pc:sldMkLst>
          <pc:docMk/>
          <pc:sldMk cId="1031848223" sldId="285"/>
        </pc:sldMkLst>
      </pc:sldChg>
      <pc:sldChg chg="del">
        <pc:chgData name="Versteeg, Rudolf" userId="88c6ea76-0ac2-49cc-832a-1ba9174d93d6" providerId="ADAL" clId="{9F303349-9F80-43F7-AB19-8D3AAEDA3372}" dt="2022-12-15T12:37:42.765" v="50" actId="2696"/>
        <pc:sldMkLst>
          <pc:docMk/>
          <pc:sldMk cId="2175342973" sldId="286"/>
        </pc:sldMkLst>
      </pc:sldChg>
      <pc:sldChg chg="addSp delSp modSp new mod modAnim modNotesTx">
        <pc:chgData name="Versteeg, Rudolf" userId="88c6ea76-0ac2-49cc-832a-1ba9174d93d6" providerId="ADAL" clId="{9F303349-9F80-43F7-AB19-8D3AAEDA3372}" dt="2023-01-17T08:08:34.903" v="3218" actId="1076"/>
        <pc:sldMkLst>
          <pc:docMk/>
          <pc:sldMk cId="2271776464" sldId="287"/>
        </pc:sldMkLst>
        <pc:spChg chg="mod">
          <ac:chgData name="Versteeg, Rudolf" userId="88c6ea76-0ac2-49cc-832a-1ba9174d93d6" providerId="ADAL" clId="{9F303349-9F80-43F7-AB19-8D3AAEDA3372}" dt="2022-12-15T12:38:02.198" v="73" actId="20577"/>
          <ac:spMkLst>
            <pc:docMk/>
            <pc:sldMk cId="2271776464" sldId="287"/>
            <ac:spMk id="2" creationId="{3A1ADE91-3A2D-4C38-9EC5-B47E4CB85B83}"/>
          </ac:spMkLst>
        </pc:spChg>
        <pc:spChg chg="mod">
          <ac:chgData name="Versteeg, Rudolf" userId="88c6ea76-0ac2-49cc-832a-1ba9174d93d6" providerId="ADAL" clId="{9F303349-9F80-43F7-AB19-8D3AAEDA3372}" dt="2023-01-17T08:08:34.903" v="3218" actId="1076"/>
          <ac:spMkLst>
            <pc:docMk/>
            <pc:sldMk cId="2271776464" sldId="287"/>
            <ac:spMk id="3" creationId="{E51F68FD-25BF-4B3D-B360-89F3CA661C51}"/>
          </ac:spMkLst>
        </pc:spChg>
        <pc:graphicFrameChg chg="add mod">
          <ac:chgData name="Versteeg, Rudolf" userId="88c6ea76-0ac2-49cc-832a-1ba9174d93d6" providerId="ADAL" clId="{9F303349-9F80-43F7-AB19-8D3AAEDA3372}" dt="2022-12-19T11:52:30.082" v="1085"/>
          <ac:graphicFrameMkLst>
            <pc:docMk/>
            <pc:sldMk cId="2271776464" sldId="287"/>
            <ac:graphicFrameMk id="5" creationId="{A5FFBF8C-DB96-47E2-8F18-6AFAC7FA73B0}"/>
          </ac:graphicFrameMkLst>
        </pc:graphicFrameChg>
        <pc:picChg chg="add del mod">
          <ac:chgData name="Versteeg, Rudolf" userId="88c6ea76-0ac2-49cc-832a-1ba9174d93d6" providerId="ADAL" clId="{9F303349-9F80-43F7-AB19-8D3AAEDA3372}" dt="2022-12-19T10:43:53.832" v="421" actId="21"/>
          <ac:picMkLst>
            <pc:docMk/>
            <pc:sldMk cId="2271776464" sldId="287"/>
            <ac:picMk id="4" creationId="{07791C7D-7137-4C81-AA2D-753308634AEB}"/>
          </ac:picMkLst>
        </pc:picChg>
        <pc:picChg chg="add del mod">
          <ac:chgData name="Versteeg, Rudolf" userId="88c6ea76-0ac2-49cc-832a-1ba9174d93d6" providerId="ADAL" clId="{9F303349-9F80-43F7-AB19-8D3AAEDA3372}" dt="2022-12-19T11:50:48.453" v="1082" actId="478"/>
          <ac:picMkLst>
            <pc:docMk/>
            <pc:sldMk cId="2271776464" sldId="287"/>
            <ac:picMk id="4" creationId="{699BD0A2-1DBB-4479-B21E-52E082962825}"/>
          </ac:picMkLst>
        </pc:picChg>
        <pc:picChg chg="add del mod">
          <ac:chgData name="Versteeg, Rudolf" userId="88c6ea76-0ac2-49cc-832a-1ba9174d93d6" providerId="ADAL" clId="{9F303349-9F80-43F7-AB19-8D3AAEDA3372}" dt="2022-12-19T11:53:37.806" v="1094" actId="478"/>
          <ac:picMkLst>
            <pc:docMk/>
            <pc:sldMk cId="2271776464" sldId="287"/>
            <ac:picMk id="6" creationId="{725DD5FD-F93F-48F2-B1A4-EA0526B78F32}"/>
          </ac:picMkLst>
        </pc:picChg>
        <pc:picChg chg="add mod">
          <ac:chgData name="Versteeg, Rudolf" userId="88c6ea76-0ac2-49cc-832a-1ba9174d93d6" providerId="ADAL" clId="{9F303349-9F80-43F7-AB19-8D3AAEDA3372}" dt="2022-12-20T10:25:48.970" v="2700" actId="1076"/>
          <ac:picMkLst>
            <pc:docMk/>
            <pc:sldMk cId="2271776464" sldId="287"/>
            <ac:picMk id="7" creationId="{34DB0C82-24AF-449C-BB4C-AC12767C8328}"/>
          </ac:picMkLst>
        </pc:picChg>
      </pc:sldChg>
      <pc:sldChg chg="addSp delSp modSp add mod ord modAnim modNotesTx">
        <pc:chgData name="Versteeg, Rudolf" userId="88c6ea76-0ac2-49cc-832a-1ba9174d93d6" providerId="ADAL" clId="{9F303349-9F80-43F7-AB19-8D3AAEDA3372}" dt="2023-01-17T08:07:14.995" v="3212" actId="5793"/>
        <pc:sldMkLst>
          <pc:docMk/>
          <pc:sldMk cId="4180450016" sldId="288"/>
        </pc:sldMkLst>
        <pc:spChg chg="mod">
          <ac:chgData name="Versteeg, Rudolf" userId="88c6ea76-0ac2-49cc-832a-1ba9174d93d6" providerId="ADAL" clId="{9F303349-9F80-43F7-AB19-8D3AAEDA3372}" dt="2022-12-19T10:44:04.095" v="431" actId="20577"/>
          <ac:spMkLst>
            <pc:docMk/>
            <pc:sldMk cId="4180450016" sldId="288"/>
            <ac:spMk id="2" creationId="{3A1ADE91-3A2D-4C38-9EC5-B47E4CB85B83}"/>
          </ac:spMkLst>
        </pc:spChg>
        <pc:spChg chg="del">
          <ac:chgData name="Versteeg, Rudolf" userId="88c6ea76-0ac2-49cc-832a-1ba9174d93d6" providerId="ADAL" clId="{9F303349-9F80-43F7-AB19-8D3AAEDA3372}" dt="2022-12-19T12:39:59.802" v="2040"/>
          <ac:spMkLst>
            <pc:docMk/>
            <pc:sldMk cId="4180450016" sldId="288"/>
            <ac:spMk id="3" creationId="{E51F68FD-25BF-4B3D-B360-89F3CA661C51}"/>
          </ac:spMkLst>
        </pc:spChg>
        <pc:spChg chg="add mod">
          <ac:chgData name="Versteeg, Rudolf" userId="88c6ea76-0ac2-49cc-832a-1ba9174d93d6" providerId="ADAL" clId="{9F303349-9F80-43F7-AB19-8D3AAEDA3372}" dt="2023-01-17T08:07:14.995" v="3212" actId="5793"/>
          <ac:spMkLst>
            <pc:docMk/>
            <pc:sldMk cId="4180450016" sldId="288"/>
            <ac:spMk id="7" creationId="{06E78F59-9C91-41F7-B3B3-99494E56A004}"/>
          </ac:spMkLst>
        </pc:spChg>
        <pc:graphicFrameChg chg="add del mod modGraphic">
          <ac:chgData name="Versteeg, Rudolf" userId="88c6ea76-0ac2-49cc-832a-1ba9174d93d6" providerId="ADAL" clId="{9F303349-9F80-43F7-AB19-8D3AAEDA3372}" dt="2022-12-20T10:57:36.188" v="2973" actId="478"/>
          <ac:graphicFrameMkLst>
            <pc:docMk/>
            <pc:sldMk cId="4180450016" sldId="288"/>
            <ac:graphicFrameMk id="5" creationId="{1B60EB1D-A521-417E-90B9-092679C59901}"/>
          </ac:graphicFrameMkLst>
        </pc:graphicFrameChg>
        <pc:picChg chg="add del mod">
          <ac:chgData name="Versteeg, Rudolf" userId="88c6ea76-0ac2-49cc-832a-1ba9174d93d6" providerId="ADAL" clId="{9F303349-9F80-43F7-AB19-8D3AAEDA3372}" dt="2022-12-19T12:12:24.859" v="1891" actId="478"/>
          <ac:picMkLst>
            <pc:docMk/>
            <pc:sldMk cId="4180450016" sldId="288"/>
            <ac:picMk id="4" creationId="{3886901A-68F9-49F2-9709-9EBB7C074E21}"/>
          </ac:picMkLst>
        </pc:picChg>
      </pc:sldChg>
      <pc:sldChg chg="addSp delSp modSp add mod ord modNotesTx">
        <pc:chgData name="Versteeg, Rudolf" userId="88c6ea76-0ac2-49cc-832a-1ba9174d93d6" providerId="ADAL" clId="{9F303349-9F80-43F7-AB19-8D3AAEDA3372}" dt="2022-12-20T10:38:31.616" v="2970" actId="6549"/>
        <pc:sldMkLst>
          <pc:docMk/>
          <pc:sldMk cId="1481383561" sldId="289"/>
        </pc:sldMkLst>
        <pc:spChg chg="mod">
          <ac:chgData name="Versteeg, Rudolf" userId="88c6ea76-0ac2-49cc-832a-1ba9174d93d6" providerId="ADAL" clId="{9F303349-9F80-43F7-AB19-8D3AAEDA3372}" dt="2022-12-20T10:32:00.539" v="2728" actId="20577"/>
          <ac:spMkLst>
            <pc:docMk/>
            <pc:sldMk cId="1481383561" sldId="289"/>
            <ac:spMk id="2" creationId="{3A1ADE91-3A2D-4C38-9EC5-B47E4CB85B83}"/>
          </ac:spMkLst>
        </pc:spChg>
        <pc:spChg chg="mod">
          <ac:chgData name="Versteeg, Rudolf" userId="88c6ea76-0ac2-49cc-832a-1ba9174d93d6" providerId="ADAL" clId="{9F303349-9F80-43F7-AB19-8D3AAEDA3372}" dt="2022-12-20T10:38:05.916" v="2964" actId="6549"/>
          <ac:spMkLst>
            <pc:docMk/>
            <pc:sldMk cId="1481383561" sldId="289"/>
            <ac:spMk id="3" creationId="{E51F68FD-25BF-4B3D-B360-89F3CA661C51}"/>
          </ac:spMkLst>
        </pc:spChg>
        <pc:graphicFrameChg chg="add del mod">
          <ac:chgData name="Versteeg, Rudolf" userId="88c6ea76-0ac2-49cc-832a-1ba9174d93d6" providerId="ADAL" clId="{9F303349-9F80-43F7-AB19-8D3AAEDA3372}" dt="2022-12-20T10:38:12.833" v="2965" actId="478"/>
          <ac:graphicFrameMkLst>
            <pc:docMk/>
            <pc:sldMk cId="1481383561" sldId="289"/>
            <ac:graphicFrameMk id="4" creationId="{E96B207A-97EB-4D9F-A729-62789CB96BBD}"/>
          </ac:graphicFrameMkLst>
        </pc:graphicFrameChg>
      </pc:sldChg>
      <pc:sldChg chg="new del">
        <pc:chgData name="Versteeg, Rudolf" userId="88c6ea76-0ac2-49cc-832a-1ba9174d93d6" providerId="ADAL" clId="{9F303349-9F80-43F7-AB19-8D3AAEDA3372}" dt="2022-12-20T11:01:52.102" v="3109" actId="2696"/>
        <pc:sldMkLst>
          <pc:docMk/>
          <pc:sldMk cId="1792742087" sldId="290"/>
        </pc:sldMkLst>
      </pc:sldChg>
      <pc:sldChg chg="modSp add mod ord">
        <pc:chgData name="Versteeg, Rudolf" userId="88c6ea76-0ac2-49cc-832a-1ba9174d93d6" providerId="ADAL" clId="{9F303349-9F80-43F7-AB19-8D3AAEDA3372}" dt="2022-12-20T10:42:14.446" v="2971" actId="6549"/>
        <pc:sldMkLst>
          <pc:docMk/>
          <pc:sldMk cId="1574627137" sldId="291"/>
        </pc:sldMkLst>
        <pc:spChg chg="mod">
          <ac:chgData name="Versteeg, Rudolf" userId="88c6ea76-0ac2-49cc-832a-1ba9174d93d6" providerId="ADAL" clId="{9F303349-9F80-43F7-AB19-8D3AAEDA3372}" dt="2022-12-20T10:42:14.446" v="2971" actId="6549"/>
          <ac:spMkLst>
            <pc:docMk/>
            <pc:sldMk cId="1574627137" sldId="291"/>
            <ac:spMk id="3" creationId="{E51F68FD-25BF-4B3D-B360-89F3CA661C51}"/>
          </ac:spMkLst>
        </pc:spChg>
      </pc:sldChg>
      <pc:sldChg chg="addSp delSp modSp add mod modAnim modNotesTx">
        <pc:chgData name="Versteeg, Rudolf" userId="88c6ea76-0ac2-49cc-832a-1ba9174d93d6" providerId="ADAL" clId="{9F303349-9F80-43F7-AB19-8D3AAEDA3372}" dt="2023-01-17T08:08:02.504" v="3217" actId="20577"/>
        <pc:sldMkLst>
          <pc:docMk/>
          <pc:sldMk cId="1477549313" sldId="292"/>
        </pc:sldMkLst>
        <pc:spChg chg="del">
          <ac:chgData name="Versteeg, Rudolf" userId="88c6ea76-0ac2-49cc-832a-1ba9174d93d6" providerId="ADAL" clId="{9F303349-9F80-43F7-AB19-8D3AAEDA3372}" dt="2022-12-19T11:42:38.410" v="1073" actId="478"/>
          <ac:spMkLst>
            <pc:docMk/>
            <pc:sldMk cId="1477549313" sldId="292"/>
            <ac:spMk id="3" creationId="{E51F68FD-25BF-4B3D-B360-89F3CA661C51}"/>
          </ac:spMkLst>
        </pc:spChg>
        <pc:spChg chg="add mod">
          <ac:chgData name="Versteeg, Rudolf" userId="88c6ea76-0ac2-49cc-832a-1ba9174d93d6" providerId="ADAL" clId="{9F303349-9F80-43F7-AB19-8D3AAEDA3372}" dt="2022-12-20T10:32:16.544" v="2770" actId="20577"/>
          <ac:spMkLst>
            <pc:docMk/>
            <pc:sldMk cId="1477549313" sldId="292"/>
            <ac:spMk id="4" creationId="{676B2594-9A7A-4134-AC07-B44DBAC35C33}"/>
          </ac:spMkLst>
        </pc:spChg>
        <pc:spChg chg="add mod">
          <ac:chgData name="Versteeg, Rudolf" userId="88c6ea76-0ac2-49cc-832a-1ba9174d93d6" providerId="ADAL" clId="{9F303349-9F80-43F7-AB19-8D3AAEDA3372}" dt="2022-12-20T10:32:32.022" v="2792" actId="164"/>
          <ac:spMkLst>
            <pc:docMk/>
            <pc:sldMk cId="1477549313" sldId="292"/>
            <ac:spMk id="6" creationId="{0C8D5222-60EE-48F2-8ADE-6B1C444FE43A}"/>
          </ac:spMkLst>
        </pc:spChg>
        <pc:grpChg chg="add mod">
          <ac:chgData name="Versteeg, Rudolf" userId="88c6ea76-0ac2-49cc-832a-1ba9174d93d6" providerId="ADAL" clId="{9F303349-9F80-43F7-AB19-8D3AAEDA3372}" dt="2022-12-20T10:32:32.022" v="2792" actId="164"/>
          <ac:grpSpMkLst>
            <pc:docMk/>
            <pc:sldMk cId="1477549313" sldId="292"/>
            <ac:grpSpMk id="7" creationId="{6CD5413F-84BC-4626-85FB-D860C3D34075}"/>
          </ac:grpSpMkLst>
        </pc:grpChg>
        <pc:picChg chg="add mod">
          <ac:chgData name="Versteeg, Rudolf" userId="88c6ea76-0ac2-49cc-832a-1ba9174d93d6" providerId="ADAL" clId="{9F303349-9F80-43F7-AB19-8D3AAEDA3372}" dt="2022-12-20T10:32:32.022" v="2792" actId="164"/>
          <ac:picMkLst>
            <pc:docMk/>
            <pc:sldMk cId="1477549313" sldId="292"/>
            <ac:picMk id="5" creationId="{FCCA87C2-1A80-48A6-ABBD-A83CBFE31E5C}"/>
          </ac:picMkLst>
        </pc:picChg>
      </pc:sldChg>
      <pc:sldChg chg="modSp new mod ord modNotesTx">
        <pc:chgData name="Versteeg, Rudolf" userId="88c6ea76-0ac2-49cc-832a-1ba9174d93d6" providerId="ADAL" clId="{9F303349-9F80-43F7-AB19-8D3AAEDA3372}" dt="2023-01-17T08:09:38.908" v="3219" actId="6549"/>
        <pc:sldMkLst>
          <pc:docMk/>
          <pc:sldMk cId="1294229449" sldId="293"/>
        </pc:sldMkLst>
        <pc:spChg chg="mod">
          <ac:chgData name="Versteeg, Rudolf" userId="88c6ea76-0ac2-49cc-832a-1ba9174d93d6" providerId="ADAL" clId="{9F303349-9F80-43F7-AB19-8D3AAEDA3372}" dt="2022-12-20T10:15:02.828" v="2426" actId="20577"/>
          <ac:spMkLst>
            <pc:docMk/>
            <pc:sldMk cId="1294229449" sldId="293"/>
            <ac:spMk id="2" creationId="{8D6D76C4-E021-4D95-90F9-05F588F17987}"/>
          </ac:spMkLst>
        </pc:spChg>
        <pc:spChg chg="mod">
          <ac:chgData name="Versteeg, Rudolf" userId="88c6ea76-0ac2-49cc-832a-1ba9174d93d6" providerId="ADAL" clId="{9F303349-9F80-43F7-AB19-8D3AAEDA3372}" dt="2022-12-20T10:17:54.090" v="2537" actId="14100"/>
          <ac:spMkLst>
            <pc:docMk/>
            <pc:sldMk cId="1294229449" sldId="293"/>
            <ac:spMk id="3" creationId="{2641474C-E430-4F1A-AB99-CF6387C585B1}"/>
          </ac:spMkLst>
        </pc:spChg>
      </pc:sldChg>
      <pc:sldChg chg="modSp new del mod">
        <pc:chgData name="Versteeg, Rudolf" userId="88c6ea76-0ac2-49cc-832a-1ba9174d93d6" providerId="ADAL" clId="{9F303349-9F80-43F7-AB19-8D3AAEDA3372}" dt="2022-12-19T13:41:45.309" v="2068" actId="2696"/>
        <pc:sldMkLst>
          <pc:docMk/>
          <pc:sldMk cId="4215201086" sldId="293"/>
        </pc:sldMkLst>
        <pc:spChg chg="mod">
          <ac:chgData name="Versteeg, Rudolf" userId="88c6ea76-0ac2-49cc-832a-1ba9174d93d6" providerId="ADAL" clId="{9F303349-9F80-43F7-AB19-8D3AAEDA3372}" dt="2022-12-19T13:41:38.055" v="2067" actId="20577"/>
          <ac:spMkLst>
            <pc:docMk/>
            <pc:sldMk cId="4215201086" sldId="293"/>
            <ac:spMk id="2" creationId="{21E9DB33-0131-4B0D-8C45-06FC53132674}"/>
          </ac:spMkLst>
        </pc:spChg>
      </pc:sldChg>
    </pc:docChg>
  </pc:docChgLst>
  <pc:docChgLst>
    <pc:chgData name="Versteeg, Rudolf" userId="88c6ea76-0ac2-49cc-832a-1ba9174d93d6" providerId="ADAL" clId="{3C34E05D-C4D8-4D13-A2DD-D2CD9C89F777}"/>
    <pc:docChg chg="undo custSel addSld delSld modSld sldOrd modMainMaster">
      <pc:chgData name="Versteeg, Rudolf" userId="88c6ea76-0ac2-49cc-832a-1ba9174d93d6" providerId="ADAL" clId="{3C34E05D-C4D8-4D13-A2DD-D2CD9C89F777}" dt="2023-02-09T09:01:06.605" v="1690" actId="20577"/>
      <pc:docMkLst>
        <pc:docMk/>
      </pc:docMkLst>
      <pc:sldChg chg="modSp mod ord">
        <pc:chgData name="Versteeg, Rudolf" userId="88c6ea76-0ac2-49cc-832a-1ba9174d93d6" providerId="ADAL" clId="{3C34E05D-C4D8-4D13-A2DD-D2CD9C89F777}" dt="2023-02-02T13:32:22.073" v="85" actId="20577"/>
        <pc:sldMkLst>
          <pc:docMk/>
          <pc:sldMk cId="0" sldId="256"/>
        </pc:sldMkLst>
        <pc:spChg chg="mod">
          <ac:chgData name="Versteeg, Rudolf" userId="88c6ea76-0ac2-49cc-832a-1ba9174d93d6" providerId="ADAL" clId="{3C34E05D-C4D8-4D13-A2DD-D2CD9C89F777}" dt="2023-02-02T13:32:22.073" v="85" actId="20577"/>
          <ac:spMkLst>
            <pc:docMk/>
            <pc:sldMk cId="0" sldId="256"/>
            <ac:spMk id="3074" creationId="{5E35DB7F-F601-44DF-9942-715FEBED0972}"/>
          </ac:spMkLst>
        </pc:spChg>
        <pc:spChg chg="mod">
          <ac:chgData name="Versteeg, Rudolf" userId="88c6ea76-0ac2-49cc-832a-1ba9174d93d6" providerId="ADAL" clId="{3C34E05D-C4D8-4D13-A2DD-D2CD9C89F777}" dt="2023-02-02T13:31:30.357" v="31" actId="20577"/>
          <ac:spMkLst>
            <pc:docMk/>
            <pc:sldMk cId="0" sldId="256"/>
            <ac:spMk id="3075" creationId="{FC0525F4-A9F1-423D-B7EA-BEBFDC8E1512}"/>
          </ac:spMkLst>
        </pc:spChg>
      </pc:sldChg>
      <pc:sldChg chg="delSp modSp del mod delAnim modAnim modNotesTx">
        <pc:chgData name="Versteeg, Rudolf" userId="88c6ea76-0ac2-49cc-832a-1ba9174d93d6" providerId="ADAL" clId="{3C34E05D-C4D8-4D13-A2DD-D2CD9C89F777}" dt="2023-02-09T07:34:20.344" v="248" actId="2696"/>
        <pc:sldMkLst>
          <pc:docMk/>
          <pc:sldMk cId="2271776464" sldId="287"/>
        </pc:sldMkLst>
        <pc:spChg chg="mod">
          <ac:chgData name="Versteeg, Rudolf" userId="88c6ea76-0ac2-49cc-832a-1ba9174d93d6" providerId="ADAL" clId="{3C34E05D-C4D8-4D13-A2DD-D2CD9C89F777}" dt="2023-02-02T14:33:43.603" v="98" actId="20577"/>
          <ac:spMkLst>
            <pc:docMk/>
            <pc:sldMk cId="2271776464" sldId="287"/>
            <ac:spMk id="2" creationId="{3A1ADE91-3A2D-4C38-9EC5-B47E4CB85B83}"/>
          </ac:spMkLst>
        </pc:spChg>
        <pc:spChg chg="mod">
          <ac:chgData name="Versteeg, Rudolf" userId="88c6ea76-0ac2-49cc-832a-1ba9174d93d6" providerId="ADAL" clId="{3C34E05D-C4D8-4D13-A2DD-D2CD9C89F777}" dt="2023-02-02T14:34:04.466" v="108" actId="20577"/>
          <ac:spMkLst>
            <pc:docMk/>
            <pc:sldMk cId="2271776464" sldId="287"/>
            <ac:spMk id="3" creationId="{E51F68FD-25BF-4B3D-B360-89F3CA661C51}"/>
          </ac:spMkLst>
        </pc:spChg>
        <pc:picChg chg="del">
          <ac:chgData name="Versteeg, Rudolf" userId="88c6ea76-0ac2-49cc-832a-1ba9174d93d6" providerId="ADAL" clId="{3C34E05D-C4D8-4D13-A2DD-D2CD9C89F777}" dt="2023-02-02T14:33:52.660" v="99" actId="478"/>
          <ac:picMkLst>
            <pc:docMk/>
            <pc:sldMk cId="2271776464" sldId="287"/>
            <ac:picMk id="7" creationId="{34DB0C82-24AF-449C-BB4C-AC12767C8328}"/>
          </ac:picMkLst>
        </pc:picChg>
      </pc:sldChg>
      <pc:sldChg chg="del">
        <pc:chgData name="Versteeg, Rudolf" userId="88c6ea76-0ac2-49cc-832a-1ba9174d93d6" providerId="ADAL" clId="{3C34E05D-C4D8-4D13-A2DD-D2CD9C89F777}" dt="2023-02-02T14:33:24.543" v="91" actId="2696"/>
        <pc:sldMkLst>
          <pc:docMk/>
          <pc:sldMk cId="4180450016" sldId="288"/>
        </pc:sldMkLst>
      </pc:sldChg>
      <pc:sldChg chg="del modNotesTx">
        <pc:chgData name="Versteeg, Rudolf" userId="88c6ea76-0ac2-49cc-832a-1ba9174d93d6" providerId="ADAL" clId="{3C34E05D-C4D8-4D13-A2DD-D2CD9C89F777}" dt="2023-02-02T14:33:24.543" v="91" actId="2696"/>
        <pc:sldMkLst>
          <pc:docMk/>
          <pc:sldMk cId="1481383561" sldId="289"/>
        </pc:sldMkLst>
      </pc:sldChg>
      <pc:sldChg chg="del">
        <pc:chgData name="Versteeg, Rudolf" userId="88c6ea76-0ac2-49cc-832a-1ba9174d93d6" providerId="ADAL" clId="{3C34E05D-C4D8-4D13-A2DD-D2CD9C89F777}" dt="2023-02-02T14:33:24.543" v="91" actId="2696"/>
        <pc:sldMkLst>
          <pc:docMk/>
          <pc:sldMk cId="1574627137" sldId="291"/>
        </pc:sldMkLst>
      </pc:sldChg>
      <pc:sldChg chg="delSp modSp del mod modNotesTx">
        <pc:chgData name="Versteeg, Rudolf" userId="88c6ea76-0ac2-49cc-832a-1ba9174d93d6" providerId="ADAL" clId="{3C34E05D-C4D8-4D13-A2DD-D2CD9C89F777}" dt="2023-02-09T07:34:25.933" v="249" actId="2696"/>
        <pc:sldMkLst>
          <pc:docMk/>
          <pc:sldMk cId="1477549313" sldId="292"/>
        </pc:sldMkLst>
        <pc:spChg chg="mod">
          <ac:chgData name="Versteeg, Rudolf" userId="88c6ea76-0ac2-49cc-832a-1ba9174d93d6" providerId="ADAL" clId="{3C34E05D-C4D8-4D13-A2DD-D2CD9C89F777}" dt="2023-02-02T14:33:58.916" v="107" actId="6549"/>
          <ac:spMkLst>
            <pc:docMk/>
            <pc:sldMk cId="1477549313" sldId="292"/>
            <ac:spMk id="4" creationId="{676B2594-9A7A-4134-AC07-B44DBAC35C33}"/>
          </ac:spMkLst>
        </pc:spChg>
        <pc:grpChg chg="del">
          <ac:chgData name="Versteeg, Rudolf" userId="88c6ea76-0ac2-49cc-832a-1ba9174d93d6" providerId="ADAL" clId="{3C34E05D-C4D8-4D13-A2DD-D2CD9C89F777}" dt="2023-02-02T14:33:55.432" v="100" actId="478"/>
          <ac:grpSpMkLst>
            <pc:docMk/>
            <pc:sldMk cId="1477549313" sldId="292"/>
            <ac:grpSpMk id="10" creationId="{4466FBC3-44E7-D15F-090C-22EB67DEA5D8}"/>
          </ac:grpSpMkLst>
        </pc:grpChg>
      </pc:sldChg>
      <pc:sldChg chg="addSp delSp modSp mod ord modNotesTx">
        <pc:chgData name="Versteeg, Rudolf" userId="88c6ea76-0ac2-49cc-832a-1ba9174d93d6" providerId="ADAL" clId="{3C34E05D-C4D8-4D13-A2DD-D2CD9C89F777}" dt="2023-02-09T08:56:56.124" v="1673" actId="20577"/>
        <pc:sldMkLst>
          <pc:docMk/>
          <pc:sldMk cId="1294229449" sldId="293"/>
        </pc:sldMkLst>
        <pc:spChg chg="mod">
          <ac:chgData name="Versteeg, Rudolf" userId="88c6ea76-0ac2-49cc-832a-1ba9174d93d6" providerId="ADAL" clId="{3C34E05D-C4D8-4D13-A2DD-D2CD9C89F777}" dt="2023-02-02T14:36:28.380" v="140" actId="20577"/>
          <ac:spMkLst>
            <pc:docMk/>
            <pc:sldMk cId="1294229449" sldId="293"/>
            <ac:spMk id="2" creationId="{8D6D76C4-E021-4D95-90F9-05F588F17987}"/>
          </ac:spMkLst>
        </pc:spChg>
        <pc:spChg chg="del mod">
          <ac:chgData name="Versteeg, Rudolf" userId="88c6ea76-0ac2-49cc-832a-1ba9174d93d6" providerId="ADAL" clId="{3C34E05D-C4D8-4D13-A2DD-D2CD9C89F777}" dt="2023-02-02T14:34:49.832" v="120" actId="478"/>
          <ac:spMkLst>
            <pc:docMk/>
            <pc:sldMk cId="1294229449" sldId="293"/>
            <ac:spMk id="3" creationId="{2641474C-E430-4F1A-AB99-CF6387C585B1}"/>
          </ac:spMkLst>
        </pc:spChg>
        <pc:spChg chg="add mod">
          <ac:chgData name="Versteeg, Rudolf" userId="88c6ea76-0ac2-49cc-832a-1ba9174d93d6" providerId="ADAL" clId="{3C34E05D-C4D8-4D13-A2DD-D2CD9C89F777}" dt="2023-02-09T08:56:56.124" v="1673" actId="20577"/>
          <ac:spMkLst>
            <pc:docMk/>
            <pc:sldMk cId="1294229449" sldId="293"/>
            <ac:spMk id="4" creationId="{5703606D-8886-8115-82FB-CD79F86E0357}"/>
          </ac:spMkLst>
        </pc:spChg>
      </pc:sldChg>
      <pc:sldChg chg="new del ord">
        <pc:chgData name="Versteeg, Rudolf" userId="88c6ea76-0ac2-49cc-832a-1ba9174d93d6" providerId="ADAL" clId="{3C34E05D-C4D8-4D13-A2DD-D2CD9C89F777}" dt="2023-02-02T14:36:14.846" v="127" actId="2696"/>
        <pc:sldMkLst>
          <pc:docMk/>
          <pc:sldMk cId="170234538" sldId="294"/>
        </pc:sldMkLst>
      </pc:sldChg>
      <pc:sldChg chg="del">
        <pc:chgData name="Versteeg, Rudolf" userId="88c6ea76-0ac2-49cc-832a-1ba9174d93d6" providerId="ADAL" clId="{3C34E05D-C4D8-4D13-A2DD-D2CD9C89F777}" dt="2023-02-02T13:31:52.529" v="63" actId="2696"/>
        <pc:sldMkLst>
          <pc:docMk/>
          <pc:sldMk cId="175978603" sldId="294"/>
        </pc:sldMkLst>
      </pc:sldChg>
      <pc:sldChg chg="modSp add mod modNotesTx">
        <pc:chgData name="Versteeg, Rudolf" userId="88c6ea76-0ac2-49cc-832a-1ba9174d93d6" providerId="ADAL" clId="{3C34E05D-C4D8-4D13-A2DD-D2CD9C89F777}" dt="2023-02-09T08:59:21.060" v="1681" actId="6549"/>
        <pc:sldMkLst>
          <pc:docMk/>
          <pc:sldMk cId="1119762821" sldId="294"/>
        </pc:sldMkLst>
        <pc:spChg chg="mod">
          <ac:chgData name="Versteeg, Rudolf" userId="88c6ea76-0ac2-49cc-832a-1ba9174d93d6" providerId="ADAL" clId="{3C34E05D-C4D8-4D13-A2DD-D2CD9C89F777}" dt="2023-02-09T07:42:06.108" v="388" actId="20577"/>
          <ac:spMkLst>
            <pc:docMk/>
            <pc:sldMk cId="1119762821" sldId="294"/>
            <ac:spMk id="2" creationId="{8D6D76C4-E021-4D95-90F9-05F588F17987}"/>
          </ac:spMkLst>
        </pc:spChg>
        <pc:spChg chg="mod">
          <ac:chgData name="Versteeg, Rudolf" userId="88c6ea76-0ac2-49cc-832a-1ba9174d93d6" providerId="ADAL" clId="{3C34E05D-C4D8-4D13-A2DD-D2CD9C89F777}" dt="2023-02-09T08:59:21.060" v="1681" actId="6549"/>
          <ac:spMkLst>
            <pc:docMk/>
            <pc:sldMk cId="1119762821" sldId="294"/>
            <ac:spMk id="4" creationId="{5703606D-8886-8115-82FB-CD79F86E0357}"/>
          </ac:spMkLst>
        </pc:spChg>
      </pc:sldChg>
      <pc:sldChg chg="addSp delSp modSp new del mod ord">
        <pc:chgData name="Versteeg, Rudolf" userId="88c6ea76-0ac2-49cc-832a-1ba9174d93d6" providerId="ADAL" clId="{3C34E05D-C4D8-4D13-A2DD-D2CD9C89F777}" dt="2023-02-09T07:55:13.446" v="601" actId="2696"/>
        <pc:sldMkLst>
          <pc:docMk/>
          <pc:sldMk cId="2872056422" sldId="295"/>
        </pc:sldMkLst>
        <pc:picChg chg="add del mod modCrop">
          <ac:chgData name="Versteeg, Rudolf" userId="88c6ea76-0ac2-49cc-832a-1ba9174d93d6" providerId="ADAL" clId="{3C34E05D-C4D8-4D13-A2DD-D2CD9C89F777}" dt="2023-02-09T07:55:07.133" v="600" actId="478"/>
          <ac:picMkLst>
            <pc:docMk/>
            <pc:sldMk cId="2872056422" sldId="295"/>
            <ac:picMk id="5" creationId="{16263252-B1E3-91AD-074C-088039C3E5DA}"/>
          </ac:picMkLst>
        </pc:picChg>
      </pc:sldChg>
      <pc:sldChg chg="addSp delSp modSp add mod ord">
        <pc:chgData name="Versteeg, Rudolf" userId="88c6ea76-0ac2-49cc-832a-1ba9174d93d6" providerId="ADAL" clId="{3C34E05D-C4D8-4D13-A2DD-D2CD9C89F777}" dt="2023-02-09T08:07:29.293" v="680"/>
        <pc:sldMkLst>
          <pc:docMk/>
          <pc:sldMk cId="3524433228" sldId="296"/>
        </pc:sldMkLst>
        <pc:picChg chg="del mod ord modCrop">
          <ac:chgData name="Versteeg, Rudolf" userId="88c6ea76-0ac2-49cc-832a-1ba9174d93d6" providerId="ADAL" clId="{3C34E05D-C4D8-4D13-A2DD-D2CD9C89F777}" dt="2023-02-09T07:56:11.762" v="606" actId="478"/>
          <ac:picMkLst>
            <pc:docMk/>
            <pc:sldMk cId="3524433228" sldId="296"/>
            <ac:picMk id="5" creationId="{16263252-B1E3-91AD-074C-088039C3E5DA}"/>
          </ac:picMkLst>
        </pc:picChg>
        <pc:picChg chg="add del mod modCrop">
          <ac:chgData name="Versteeg, Rudolf" userId="88c6ea76-0ac2-49cc-832a-1ba9174d93d6" providerId="ADAL" clId="{3C34E05D-C4D8-4D13-A2DD-D2CD9C89F777}" dt="2023-02-09T07:56:12.995" v="607" actId="478"/>
          <ac:picMkLst>
            <pc:docMk/>
            <pc:sldMk cId="3524433228" sldId="296"/>
            <ac:picMk id="6" creationId="{2D1D3EDE-4E6E-9449-E4F4-47C011963A32}"/>
          </ac:picMkLst>
        </pc:picChg>
        <pc:picChg chg="add mod modCrop">
          <ac:chgData name="Versteeg, Rudolf" userId="88c6ea76-0ac2-49cc-832a-1ba9174d93d6" providerId="ADAL" clId="{3C34E05D-C4D8-4D13-A2DD-D2CD9C89F777}" dt="2023-02-09T08:05:19.423" v="664" actId="732"/>
          <ac:picMkLst>
            <pc:docMk/>
            <pc:sldMk cId="3524433228" sldId="296"/>
            <ac:picMk id="8" creationId="{561DBEBC-297A-2154-ED6C-A8E26625290B}"/>
          </ac:picMkLst>
        </pc:picChg>
      </pc:sldChg>
      <pc:sldChg chg="addSp delSp modSp add mod ord">
        <pc:chgData name="Versteeg, Rudolf" userId="88c6ea76-0ac2-49cc-832a-1ba9174d93d6" providerId="ADAL" clId="{3C34E05D-C4D8-4D13-A2DD-D2CD9C89F777}" dt="2023-02-09T08:07:26.812" v="678"/>
        <pc:sldMkLst>
          <pc:docMk/>
          <pc:sldMk cId="1506277660" sldId="297"/>
        </pc:sldMkLst>
        <pc:picChg chg="add mod modCrop">
          <ac:chgData name="Versteeg, Rudolf" userId="88c6ea76-0ac2-49cc-832a-1ba9174d93d6" providerId="ADAL" clId="{3C34E05D-C4D8-4D13-A2DD-D2CD9C89F777}" dt="2023-02-09T08:06:05.190" v="666" actId="1076"/>
          <ac:picMkLst>
            <pc:docMk/>
            <pc:sldMk cId="1506277660" sldId="297"/>
            <ac:picMk id="5" creationId="{639CBA10-96C3-6E8C-24DA-2DAABDDFB9A4}"/>
          </ac:picMkLst>
        </pc:picChg>
        <pc:picChg chg="del">
          <ac:chgData name="Versteeg, Rudolf" userId="88c6ea76-0ac2-49cc-832a-1ba9174d93d6" providerId="ADAL" clId="{3C34E05D-C4D8-4D13-A2DD-D2CD9C89F777}" dt="2023-02-09T07:57:11.751" v="616" actId="478"/>
          <ac:picMkLst>
            <pc:docMk/>
            <pc:sldMk cId="1506277660" sldId="297"/>
            <ac:picMk id="8" creationId="{561DBEBC-297A-2154-ED6C-A8E26625290B}"/>
          </ac:picMkLst>
        </pc:picChg>
      </pc:sldChg>
      <pc:sldChg chg="modSp add mod">
        <pc:chgData name="Versteeg, Rudolf" userId="88c6ea76-0ac2-49cc-832a-1ba9174d93d6" providerId="ADAL" clId="{3C34E05D-C4D8-4D13-A2DD-D2CD9C89F777}" dt="2023-02-09T08:39:34.117" v="1165" actId="6549"/>
        <pc:sldMkLst>
          <pc:docMk/>
          <pc:sldMk cId="231470526" sldId="298"/>
        </pc:sldMkLst>
        <pc:spChg chg="mod">
          <ac:chgData name="Versteeg, Rudolf" userId="88c6ea76-0ac2-49cc-832a-1ba9174d93d6" providerId="ADAL" clId="{3C34E05D-C4D8-4D13-A2DD-D2CD9C89F777}" dt="2023-02-09T08:38:55.504" v="1152"/>
          <ac:spMkLst>
            <pc:docMk/>
            <pc:sldMk cId="231470526" sldId="298"/>
            <ac:spMk id="2" creationId="{8D6D76C4-E021-4D95-90F9-05F588F17987}"/>
          </ac:spMkLst>
        </pc:spChg>
        <pc:spChg chg="mod">
          <ac:chgData name="Versteeg, Rudolf" userId="88c6ea76-0ac2-49cc-832a-1ba9174d93d6" providerId="ADAL" clId="{3C34E05D-C4D8-4D13-A2DD-D2CD9C89F777}" dt="2023-02-09T08:39:34.117" v="1165" actId="6549"/>
          <ac:spMkLst>
            <pc:docMk/>
            <pc:sldMk cId="231470526" sldId="298"/>
            <ac:spMk id="4" creationId="{5703606D-8886-8115-82FB-CD79F86E0357}"/>
          </ac:spMkLst>
        </pc:spChg>
      </pc:sldChg>
      <pc:sldChg chg="addSp delSp modSp add mod ord">
        <pc:chgData name="Versteeg, Rudolf" userId="88c6ea76-0ac2-49cc-832a-1ba9174d93d6" providerId="ADAL" clId="{3C34E05D-C4D8-4D13-A2DD-D2CD9C89F777}" dt="2023-02-09T08:42:05.128" v="1199" actId="1076"/>
        <pc:sldMkLst>
          <pc:docMk/>
          <pc:sldMk cId="2343672748" sldId="299"/>
        </pc:sldMkLst>
        <pc:spChg chg="add mod">
          <ac:chgData name="Versteeg, Rudolf" userId="88c6ea76-0ac2-49cc-832a-1ba9174d93d6" providerId="ADAL" clId="{3C34E05D-C4D8-4D13-A2DD-D2CD9C89F777}" dt="2023-02-09T08:35:17.318" v="1147" actId="478"/>
          <ac:spMkLst>
            <pc:docMk/>
            <pc:sldMk cId="2343672748" sldId="299"/>
            <ac:spMk id="3" creationId="{46F9AC8F-973D-3BFE-5128-1B548806AB6D}"/>
          </ac:spMkLst>
        </pc:spChg>
        <pc:spChg chg="del">
          <ac:chgData name="Versteeg, Rudolf" userId="88c6ea76-0ac2-49cc-832a-1ba9174d93d6" providerId="ADAL" clId="{3C34E05D-C4D8-4D13-A2DD-D2CD9C89F777}" dt="2023-02-09T08:35:17.318" v="1147" actId="478"/>
          <ac:spMkLst>
            <pc:docMk/>
            <pc:sldMk cId="2343672748" sldId="299"/>
            <ac:spMk id="4" creationId="{5703606D-8886-8115-82FB-CD79F86E0357}"/>
          </ac:spMkLst>
        </pc:spChg>
        <pc:picChg chg="add mod">
          <ac:chgData name="Versteeg, Rudolf" userId="88c6ea76-0ac2-49cc-832a-1ba9174d93d6" providerId="ADAL" clId="{3C34E05D-C4D8-4D13-A2DD-D2CD9C89F777}" dt="2023-02-09T08:42:05.128" v="1199" actId="1076"/>
          <ac:picMkLst>
            <pc:docMk/>
            <pc:sldMk cId="2343672748" sldId="299"/>
            <ac:picMk id="6" creationId="{FCFEBBBD-41BA-4D17-A5EB-535A96621CC5}"/>
          </ac:picMkLst>
        </pc:picChg>
      </pc:sldChg>
      <pc:sldChg chg="modSp new mod">
        <pc:chgData name="Versteeg, Rudolf" userId="88c6ea76-0ac2-49cc-832a-1ba9174d93d6" providerId="ADAL" clId="{3C34E05D-C4D8-4D13-A2DD-D2CD9C89F777}" dt="2023-02-09T09:00:32.070" v="1689" actId="20577"/>
        <pc:sldMkLst>
          <pc:docMk/>
          <pc:sldMk cId="2158692327" sldId="300"/>
        </pc:sldMkLst>
        <pc:spChg chg="mod">
          <ac:chgData name="Versteeg, Rudolf" userId="88c6ea76-0ac2-49cc-832a-1ba9174d93d6" providerId="ADAL" clId="{3C34E05D-C4D8-4D13-A2DD-D2CD9C89F777}" dt="2023-02-09T08:41:31.474" v="1198" actId="313"/>
          <ac:spMkLst>
            <pc:docMk/>
            <pc:sldMk cId="2158692327" sldId="300"/>
            <ac:spMk id="2" creationId="{80C08397-2778-930D-1003-5700F4D5DEAD}"/>
          </ac:spMkLst>
        </pc:spChg>
        <pc:spChg chg="mod">
          <ac:chgData name="Versteeg, Rudolf" userId="88c6ea76-0ac2-49cc-832a-1ba9174d93d6" providerId="ADAL" clId="{3C34E05D-C4D8-4D13-A2DD-D2CD9C89F777}" dt="2023-02-09T09:00:32.070" v="1689" actId="20577"/>
          <ac:spMkLst>
            <pc:docMk/>
            <pc:sldMk cId="2158692327" sldId="300"/>
            <ac:spMk id="3" creationId="{E1761490-1D22-A4DF-FB81-C542E13292AF}"/>
          </ac:spMkLst>
        </pc:spChg>
      </pc:sldChg>
      <pc:sldChg chg="addSp modSp new mod">
        <pc:chgData name="Versteeg, Rudolf" userId="88c6ea76-0ac2-49cc-832a-1ba9174d93d6" providerId="ADAL" clId="{3C34E05D-C4D8-4D13-A2DD-D2CD9C89F777}" dt="2023-02-09T08:56:07.385" v="1668" actId="1076"/>
        <pc:sldMkLst>
          <pc:docMk/>
          <pc:sldMk cId="2005692375" sldId="301"/>
        </pc:sldMkLst>
        <pc:spChg chg="mod">
          <ac:chgData name="Versteeg, Rudolf" userId="88c6ea76-0ac2-49cc-832a-1ba9174d93d6" providerId="ADAL" clId="{3C34E05D-C4D8-4D13-A2DD-D2CD9C89F777}" dt="2023-02-09T08:54:38.890" v="1663"/>
          <ac:spMkLst>
            <pc:docMk/>
            <pc:sldMk cId="2005692375" sldId="301"/>
            <ac:spMk id="2" creationId="{F551DB41-5EF3-4EC5-9109-0401F37DF0D8}"/>
          </ac:spMkLst>
        </pc:spChg>
        <pc:picChg chg="add mod">
          <ac:chgData name="Versteeg, Rudolf" userId="88c6ea76-0ac2-49cc-832a-1ba9174d93d6" providerId="ADAL" clId="{3C34E05D-C4D8-4D13-A2DD-D2CD9C89F777}" dt="2023-02-09T08:56:07.385" v="1668" actId="1076"/>
          <ac:picMkLst>
            <pc:docMk/>
            <pc:sldMk cId="2005692375" sldId="301"/>
            <ac:picMk id="5" creationId="{ACDD5192-AF13-9903-C3EF-8536BD2F8663}"/>
          </ac:picMkLst>
        </pc:picChg>
      </pc:sldChg>
      <pc:sldChg chg="modSp new mod">
        <pc:chgData name="Versteeg, Rudolf" userId="88c6ea76-0ac2-49cc-832a-1ba9174d93d6" providerId="ADAL" clId="{3C34E05D-C4D8-4D13-A2DD-D2CD9C89F777}" dt="2023-02-09T09:01:06.605" v="1690" actId="20577"/>
        <pc:sldMkLst>
          <pc:docMk/>
          <pc:sldMk cId="3803446455" sldId="302"/>
        </pc:sldMkLst>
        <pc:spChg chg="mod">
          <ac:chgData name="Versteeg, Rudolf" userId="88c6ea76-0ac2-49cc-832a-1ba9174d93d6" providerId="ADAL" clId="{3C34E05D-C4D8-4D13-A2DD-D2CD9C89F777}" dt="2023-02-09T09:01:06.605" v="1690" actId="20577"/>
          <ac:spMkLst>
            <pc:docMk/>
            <pc:sldMk cId="3803446455" sldId="302"/>
            <ac:spMk id="2" creationId="{990AAA4B-70E5-2D8B-8E18-DE76C0B38F57}"/>
          </ac:spMkLst>
        </pc:spChg>
      </pc:sldChg>
      <pc:sldMasterChg chg="modSp">
        <pc:chgData name="Versteeg, Rudolf" userId="88c6ea76-0ac2-49cc-832a-1ba9174d93d6" providerId="ADAL" clId="{3C34E05D-C4D8-4D13-A2DD-D2CD9C89F777}" dt="2023-02-02T14:35:36.911" v="123" actId="404"/>
        <pc:sldMasterMkLst>
          <pc:docMk/>
          <pc:sldMasterMk cId="0" sldId="2147483649"/>
        </pc:sldMasterMkLst>
        <pc:spChg chg="mod">
          <ac:chgData name="Versteeg, Rudolf" userId="88c6ea76-0ac2-49cc-832a-1ba9174d93d6" providerId="ADAL" clId="{3C34E05D-C4D8-4D13-A2DD-D2CD9C89F777}" dt="2023-02-02T14:35:28.994" v="122" actId="404"/>
          <ac:spMkLst>
            <pc:docMk/>
            <pc:sldMasterMk cId="0" sldId="2147483649"/>
            <ac:spMk id="1026" creationId="{21F3F8A0-9FC7-4611-8C01-C6F932F4258E}"/>
          </ac:spMkLst>
        </pc:spChg>
        <pc:spChg chg="mod">
          <ac:chgData name="Versteeg, Rudolf" userId="88c6ea76-0ac2-49cc-832a-1ba9174d93d6" providerId="ADAL" clId="{3C34E05D-C4D8-4D13-A2DD-D2CD9C89F777}" dt="2023-02-02T14:35:36.911" v="123" actId="404"/>
          <ac:spMkLst>
            <pc:docMk/>
            <pc:sldMasterMk cId="0" sldId="2147483649"/>
            <ac:spMk id="1027" creationId="{FF1C7CC5-B135-4755-8743-3A33F7294C46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7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7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69DF1-7E4A-4B47-9036-7F178D508771}" type="datetimeFigureOut">
              <a:rPr lang="nl-NL" smtClean="0"/>
              <a:t>2-2-2023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1235075"/>
            <a:ext cx="4441825" cy="3332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79768" y="4751129"/>
            <a:ext cx="5438140" cy="38868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377185"/>
            <a:ext cx="2945659" cy="4954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50443" y="9377185"/>
            <a:ext cx="2945659" cy="4954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79A44E-A5C6-4446-9B48-EC2D7818E50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383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- Voorstellen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9A44E-A5C6-4446-9B48-EC2D7818E505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9329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9A44E-A5C6-4446-9B48-EC2D7818E505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2957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9A44E-A5C6-4446-9B48-EC2D7818E505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02001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9A44E-A5C6-4446-9B48-EC2D7818E505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7854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9A44E-A5C6-4446-9B48-EC2D7818E505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1997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9A44E-A5C6-4446-9B48-EC2D7818E505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15442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9A44E-A5C6-4446-9B48-EC2D7818E505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6649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304800"/>
            <a:ext cx="8763000" cy="29718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810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FFFFFF"/>
                </a:solidFill>
              </a:defRPr>
            </a:lvl1pPr>
          </a:lstStyle>
          <a:p>
            <a:r>
              <a:rPr lang="nl-NL"/>
              <a:t>Klikken om de ondertitelstijl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87142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896443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073966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373270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077346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085458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578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482824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nl-NL" noProof="0"/>
              <a:t>Klik op het pictogram als u een afbeelding wilt toevoegen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507669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548699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23192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1F3F8A0-9FC7-4611-8C01-C6F932F425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Klik om het opmaak profiel te bewerken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F1C7CC5-B135-4755-8743-3A33F7294C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Klik om het opmaakprofiel van de </a:t>
            </a:r>
            <a:r>
              <a:rPr lang="nl-NL" altLang="nl-NL" err="1"/>
              <a:t>modeltekst</a:t>
            </a:r>
            <a:r>
              <a:rPr lang="nl-NL" altLang="nl-NL"/>
              <a:t> te bewerken</a:t>
            </a:r>
          </a:p>
          <a:p>
            <a:pPr lvl="1"/>
            <a:r>
              <a:rPr lang="nl-NL" altLang="nl-NL"/>
              <a:t>Tweede niveau</a:t>
            </a:r>
          </a:p>
          <a:p>
            <a:pPr lvl="2"/>
            <a:r>
              <a:rPr lang="nl-NL" altLang="nl-NL"/>
              <a:t>Derde niveau</a:t>
            </a:r>
          </a:p>
          <a:p>
            <a:pPr lvl="3"/>
            <a:r>
              <a:rPr lang="nl-NL" altLang="nl-NL"/>
              <a:t>Vierde niveau</a:t>
            </a:r>
          </a:p>
          <a:p>
            <a:pPr lvl="4"/>
            <a:r>
              <a:rPr lang="nl-NL" altLang="nl-NL"/>
              <a:t>Vijfde niveau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latin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latin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latin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000000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-"/>
        <a:defRPr kumimoji="1" sz="24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-"/>
        <a:defRPr kumimoji="1" sz="2000">
          <a:solidFill>
            <a:srgbClr val="000000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-"/>
        <a:defRPr kumimoji="1" sz="1800">
          <a:solidFill>
            <a:srgbClr val="000000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-"/>
        <a:defRPr kumimoji="1" sz="1600">
          <a:solidFill>
            <a:srgbClr val="000000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-"/>
        <a:defRPr kumimoji="1" sz="1600">
          <a:solidFill>
            <a:srgbClr val="000000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-"/>
        <a:defRPr kumimoji="1" sz="2000">
          <a:solidFill>
            <a:srgbClr val="000000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-"/>
        <a:defRPr kumimoji="1" sz="2000">
          <a:solidFill>
            <a:srgbClr val="000000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-"/>
        <a:defRPr kumimoji="1" sz="2000">
          <a:solidFill>
            <a:srgbClr val="000000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-"/>
        <a:defRPr kumimoji="1" sz="20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el 1">
            <a:extLst>
              <a:ext uri="{FF2B5EF4-FFF2-40B4-BE49-F238E27FC236}">
                <a16:creationId xmlns:a16="http://schemas.microsoft.com/office/drawing/2014/main" id="{5E35DB7F-F601-44DF-9942-715FEBED09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altLang="nl-NL" dirty="0"/>
              <a:t>Validatietool </a:t>
            </a:r>
            <a:r>
              <a:rPr lang="nl-NL" altLang="nl-NL" dirty="0" err="1"/>
              <a:t>HyDAMO</a:t>
            </a:r>
            <a:br>
              <a:rPr lang="nl-NL" altLang="nl-NL" dirty="0"/>
            </a:br>
            <a:r>
              <a:rPr lang="nl-NL" altLang="nl-NL" dirty="0"/>
              <a:t>Web-Client</a:t>
            </a:r>
            <a:br>
              <a:rPr lang="nl-NL" altLang="nl-NL" dirty="0"/>
            </a:br>
            <a:br>
              <a:rPr lang="nl-NL" altLang="nl-NL" dirty="0"/>
            </a:br>
            <a:br>
              <a:rPr lang="nl-NL" altLang="nl-NL" dirty="0"/>
            </a:br>
            <a:r>
              <a:rPr lang="nl-NL" altLang="nl-NL" sz="3200" dirty="0"/>
              <a:t>Rudolf Versteeg</a:t>
            </a:r>
            <a:endParaRPr lang="nl-NL" altLang="nl-NL" dirty="0"/>
          </a:p>
        </p:txBody>
      </p:sp>
      <p:sp>
        <p:nvSpPr>
          <p:cNvPr id="3075" name="Ondertitel 2">
            <a:extLst>
              <a:ext uri="{FF2B5EF4-FFF2-40B4-BE49-F238E27FC236}">
                <a16:creationId xmlns:a16="http://schemas.microsoft.com/office/drawing/2014/main" id="{FC0525F4-A9F1-423D-B7EA-BEBFDC8E1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altLang="nl-NL" dirty="0"/>
              <a:t>9 februari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6D76C4-E021-4D95-90F9-05F588F17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Gegevensvraag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703606D-8886-8115-82FB-CD79F86E0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981200"/>
            <a:ext cx="8120921" cy="4114800"/>
          </a:xfrm>
        </p:spPr>
        <p:txBody>
          <a:bodyPr/>
          <a:lstStyle/>
          <a:p>
            <a:r>
              <a:rPr lang="nl-NL" dirty="0"/>
              <a:t>Opfrissing bestaand model naar D-Hydro</a:t>
            </a:r>
          </a:p>
          <a:p>
            <a:pPr lvl="1"/>
            <a:r>
              <a:rPr lang="nl-NL" sz="2400" dirty="0"/>
              <a:t>Toetsing aan normen regionale wateroverlast</a:t>
            </a:r>
          </a:p>
          <a:p>
            <a:pPr lvl="1"/>
            <a:r>
              <a:rPr lang="nl-NL" sz="2400" dirty="0"/>
              <a:t>Detailmodellering voor lokale vragen</a:t>
            </a:r>
          </a:p>
          <a:p>
            <a:endParaRPr lang="nl-NL" dirty="0"/>
          </a:p>
          <a:p>
            <a:r>
              <a:rPr lang="nl-NL" dirty="0"/>
              <a:t>Modelbouw direct met (basis)gegevens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94229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1B46A9-5500-0096-D3B9-909CF2708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8093F35-1FC8-DCB1-1E70-650656589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39CBA10-96C3-6E8C-24DA-2DAABDDFB9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074" t="13401" r="19801" b="2986"/>
          <a:stretch/>
        </p:blipFill>
        <p:spPr>
          <a:xfrm>
            <a:off x="1467340" y="9590"/>
            <a:ext cx="6542127" cy="684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277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1B46A9-5500-0096-D3B9-909CF2708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8093F35-1FC8-DCB1-1E70-650656589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61DBEBC-297A-2154-ED6C-A8E2662529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166" t="13256" r="19750" b="3130"/>
          <a:stretch/>
        </p:blipFill>
        <p:spPr>
          <a:xfrm>
            <a:off x="1470372" y="1"/>
            <a:ext cx="6547561" cy="685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433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6D76C4-E021-4D95-90F9-05F588F17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Stap 0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703606D-8886-8115-82FB-CD79F86E0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Eerste analyse van data om:</a:t>
            </a:r>
          </a:p>
          <a:p>
            <a:endParaRPr lang="nl-NL" dirty="0"/>
          </a:p>
          <a:p>
            <a:r>
              <a:rPr lang="nl-NL" dirty="0"/>
              <a:t>Inzicht te krijgen in kwaliteit data ten behoeve van modellering</a:t>
            </a:r>
          </a:p>
          <a:p>
            <a:r>
              <a:rPr lang="nl-NL" dirty="0"/>
              <a:t>Gesprek te starten met informatiebeheer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Hoe? Met de Web-Client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19762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6D76C4-E021-4D95-90F9-05F588F17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Voorbeeld: waterlopen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6F9AC8F-973D-3BFE-5128-1B548806A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FCFEBBBD-41BA-4D17-A5EB-535A96621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271755"/>
            <a:ext cx="8458200" cy="541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672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51DB41-5EF3-4EC5-9109-0401F37DF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Voorbeeld: waterlopen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227817B-9443-F18D-7336-B1B3FEE9C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ACDD5192-AF13-9903-C3EF-8536BD2F8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6923"/>
            <a:ext cx="9144000" cy="585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692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6D76C4-E021-4D95-90F9-05F588F17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Wat kom je tegen?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703606D-8886-8115-82FB-CD79F86E0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81200"/>
            <a:ext cx="7662333" cy="4114800"/>
          </a:xfrm>
        </p:spPr>
        <p:txBody>
          <a:bodyPr/>
          <a:lstStyle/>
          <a:p>
            <a:r>
              <a:rPr lang="nl-NL" dirty="0"/>
              <a:t>Juiste indeling (voor waterlopen geen ‘</a:t>
            </a:r>
            <a:r>
              <a:rPr lang="nl-NL" dirty="0" err="1"/>
              <a:t>multilinestring</a:t>
            </a:r>
            <a:r>
              <a:rPr lang="nl-NL" dirty="0"/>
              <a:t>’ maar ‘</a:t>
            </a:r>
            <a:r>
              <a:rPr lang="nl-NL" dirty="0" err="1"/>
              <a:t>linestring</a:t>
            </a:r>
            <a:r>
              <a:rPr lang="nl-NL" dirty="0"/>
              <a:t>’)</a:t>
            </a:r>
          </a:p>
          <a:p>
            <a:r>
              <a:rPr lang="nl-NL" dirty="0"/>
              <a:t>Juiste naam velden (bijvoorbeeld nen3610id)</a:t>
            </a:r>
          </a:p>
          <a:p>
            <a:r>
              <a:rPr lang="nl-NL" dirty="0"/>
              <a:t>……</a:t>
            </a:r>
          </a:p>
          <a:p>
            <a:r>
              <a:rPr lang="nl-NL" dirty="0"/>
              <a:t>Zie D-</a:t>
            </a:r>
            <a:r>
              <a:rPr lang="nl-NL" dirty="0" err="1"/>
              <a:t>Hydamo</a:t>
            </a:r>
            <a:r>
              <a:rPr lang="nl-NL" dirty="0"/>
              <a:t> wiki </a:t>
            </a:r>
            <a:r>
              <a:rPr lang="nl-NL" sz="1800" dirty="0">
                <a:solidFill>
                  <a:schemeClr val="accent4">
                    <a:lumMod val="50000"/>
                  </a:schemeClr>
                </a:solidFill>
              </a:rPr>
              <a:t>(https://hkvconfluence.atlassian.net/wiki/spaces/DHYD/)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NB: deel via wasmachine op te lossen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1470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C08397-2778-930D-1003-5700F4D5D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Vervolgstappen ‘1 en verder’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1761490-1D22-A4DF-FB81-C542E1329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Hydrologen + informatiebeheer</a:t>
            </a:r>
          </a:p>
          <a:p>
            <a:pPr lvl="1"/>
            <a:r>
              <a:rPr lang="nl-NL" dirty="0"/>
              <a:t>Keuze topologie meren en plassen</a:t>
            </a:r>
          </a:p>
          <a:p>
            <a:pPr lvl="1"/>
            <a:r>
              <a:rPr lang="nl-NL" dirty="0"/>
              <a:t>Keuze ‘typisch hydrologische’ gegevens</a:t>
            </a:r>
          </a:p>
          <a:p>
            <a:pPr lvl="1"/>
            <a:r>
              <a:rPr lang="nl-NL" dirty="0"/>
              <a:t>…</a:t>
            </a:r>
          </a:p>
          <a:p>
            <a:r>
              <a:rPr lang="nl-NL" dirty="0"/>
              <a:t>Informatiebeheer:</a:t>
            </a:r>
          </a:p>
          <a:p>
            <a:pPr lvl="1"/>
            <a:r>
              <a:rPr lang="nl-NL" dirty="0"/>
              <a:t>Topologie aanpassen</a:t>
            </a:r>
          </a:p>
          <a:p>
            <a:pPr lvl="1"/>
            <a:r>
              <a:rPr lang="nl-NL" dirty="0"/>
              <a:t>Ontbrekende gegevens aanvullen</a:t>
            </a:r>
          </a:p>
          <a:p>
            <a:pPr lvl="1"/>
            <a:r>
              <a:rPr lang="nl-NL" dirty="0"/>
              <a:t>Omzetten </a:t>
            </a:r>
            <a:r>
              <a:rPr lang="nl-NL" dirty="0" err="1"/>
              <a:t>Blaeu</a:t>
            </a:r>
            <a:r>
              <a:rPr lang="nl-NL" dirty="0"/>
              <a:t> naar DAMO2.2/</a:t>
            </a:r>
            <a:r>
              <a:rPr lang="nl-NL" dirty="0" err="1"/>
              <a:t>HyDAMO</a:t>
            </a:r>
            <a:endParaRPr lang="nl-NL" dirty="0"/>
          </a:p>
          <a:p>
            <a:pPr lvl="1"/>
            <a:r>
              <a:rPr lang="nl-NL" dirty="0"/>
              <a:t>Validatietool via API aansturen</a:t>
            </a:r>
          </a:p>
          <a:p>
            <a:pPr lvl="1"/>
            <a:r>
              <a:rPr lang="nl-NL" dirty="0"/>
              <a:t>…</a:t>
            </a:r>
          </a:p>
          <a:p>
            <a:pPr lvl="1"/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8692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0AAA4B-70E5-2D8B-8E18-DE76C0B38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Vragen?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5B2613C-1201-0912-64D2-0E9446D55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0344645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Standaardontwerp 2">
      <a:dk1>
        <a:srgbClr val="000066"/>
      </a:dk1>
      <a:lt1>
        <a:srgbClr val="CCECFF"/>
      </a:lt1>
      <a:dk2>
        <a:srgbClr val="6699FF"/>
      </a:dk2>
      <a:lt2>
        <a:srgbClr val="CCFFFF"/>
      </a:lt2>
      <a:accent1>
        <a:srgbClr val="CC99FF"/>
      </a:accent1>
      <a:accent2>
        <a:srgbClr val="9999FF"/>
      </a:accent2>
      <a:accent3>
        <a:srgbClr val="B8CAFF"/>
      </a:accent3>
      <a:accent4>
        <a:srgbClr val="AEC9DA"/>
      </a:accent4>
      <a:accent5>
        <a:srgbClr val="E2CAFF"/>
      </a:accent5>
      <a:accent6>
        <a:srgbClr val="8A8AE7"/>
      </a:accent6>
      <a:hlink>
        <a:srgbClr val="99CCFF"/>
      </a:hlink>
      <a:folHlink>
        <a:srgbClr val="0066FF"/>
      </a:folHlink>
    </a:clrScheme>
    <a:fontScheme name="Standaardontwerp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Standaardontwerp 1">
        <a:dk1>
          <a:srgbClr val="000066"/>
        </a:dk1>
        <a:lt1>
          <a:srgbClr val="CCECFF"/>
        </a:lt1>
        <a:dk2>
          <a:srgbClr val="0000CC"/>
        </a:dk2>
        <a:lt2>
          <a:srgbClr val="CCFFFF"/>
        </a:lt2>
        <a:accent1>
          <a:srgbClr val="CC99FF"/>
        </a:accent1>
        <a:accent2>
          <a:srgbClr val="9999FF"/>
        </a:accent2>
        <a:accent3>
          <a:srgbClr val="AAAAE2"/>
        </a:accent3>
        <a:accent4>
          <a:srgbClr val="AEC9DA"/>
        </a:accent4>
        <a:accent5>
          <a:srgbClr val="E2CAFF"/>
        </a:accent5>
        <a:accent6>
          <a:srgbClr val="8A8AE7"/>
        </a:accent6>
        <a:hlink>
          <a:srgbClr val="99CCFF"/>
        </a:hlink>
        <a:folHlink>
          <a:srgbClr val="006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2">
        <a:dk1>
          <a:srgbClr val="000066"/>
        </a:dk1>
        <a:lt1>
          <a:srgbClr val="CCECFF"/>
        </a:lt1>
        <a:dk2>
          <a:srgbClr val="6699FF"/>
        </a:dk2>
        <a:lt2>
          <a:srgbClr val="CCFFFF"/>
        </a:lt2>
        <a:accent1>
          <a:srgbClr val="CC99FF"/>
        </a:accent1>
        <a:accent2>
          <a:srgbClr val="9999FF"/>
        </a:accent2>
        <a:accent3>
          <a:srgbClr val="B8CAFF"/>
        </a:accent3>
        <a:accent4>
          <a:srgbClr val="AEC9DA"/>
        </a:accent4>
        <a:accent5>
          <a:srgbClr val="E2CAFF"/>
        </a:accent5>
        <a:accent6>
          <a:srgbClr val="8A8AE7"/>
        </a:accent6>
        <a:hlink>
          <a:srgbClr val="99CCFF"/>
        </a:hlink>
        <a:folHlink>
          <a:srgbClr val="006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1.ppt  -  Compatibiliteitsmodus" id="{D8FF6459-8C7E-4711-9B90-7E0DE6055BE0}" vid="{C8A1424D-A3F2-47DA-96A4-6ED6414ED362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21B1C363F7A5488717F330F0AC4A9A" ma:contentTypeVersion="19" ma:contentTypeDescription="Een nieuw document maken." ma:contentTypeScope="" ma:versionID="82d24dcf25e6cca9763d46870f7789fb">
  <xsd:schema xmlns:xsd="http://www.w3.org/2001/XMLSchema" xmlns:xs="http://www.w3.org/2001/XMLSchema" xmlns:p="http://schemas.microsoft.com/office/2006/metadata/properties" xmlns:ns2="6decdb89-24cf-4814-a3cb-f5ada4a8aae9" xmlns:ns3="fb656c97-2269-4401-8d7b-276450e74df4" xmlns:ns4="de1666de-8781-40ec-ac5b-70b182165609" targetNamespace="http://schemas.microsoft.com/office/2006/metadata/properties" ma:root="true" ma:fieldsID="6d9c0b56b94af96b40db13b8343f5c7f" ns2:_="" ns3:_="" ns4:_="">
    <xsd:import namespace="6decdb89-24cf-4814-a3cb-f5ada4a8aae9"/>
    <xsd:import namespace="fb656c97-2269-4401-8d7b-276450e74df4"/>
    <xsd:import namespace="de1666de-8781-40ec-ac5b-70b182165609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Status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ecdb89-24cf-4814-a3cb-f5ada4a8aae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aarde van de document-id" ma:description="De waarde van de document-id die aan dit item is toegewezen." ma:internalName="_dlc_DocId" ma:readOnly="true">
      <xsd:simpleType>
        <xsd:restriction base="dms:Text"/>
      </xsd:simpleType>
    </xsd:element>
    <xsd:element name="_dlc_DocIdUrl" ma:index="9" nillable="true" ma:displayName="Document-id" ma:description="Permanente koppeling naar dit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Id blijven behouden" ma:description="Id behouden tijdens toevoegen." ma:hidden="true" ma:internalName="_dlc_DocIdPersistId" ma:readOnly="true">
      <xsd:simpleType>
        <xsd:restriction base="dms:Boolean"/>
      </xsd:simpleType>
    </xsd:element>
    <xsd:element name="TaxCatchAll" ma:index="27" nillable="true" ma:displayName="Taxonomy Catch All Column" ma:hidden="true" ma:list="{d5f91551-adc1-40dd-bd90-13f96b2d2e6a}" ma:internalName="TaxCatchAll" ma:showField="CatchAllData" ma:web="de1666de-8781-40ec-ac5b-70b1821656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56c97-2269-4401-8d7b-276450e74d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Status" ma:index="23" nillable="true" ma:displayName="Status" ma:internalName="Status">
      <xsd:simpleType>
        <xsd:restriction base="dms:Text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Afbeeldingtags" ma:readOnly="false" ma:fieldId="{5cf76f15-5ced-4ddc-b409-7134ff3c332f}" ma:taxonomyMulti="true" ma:sspId="41014959-3702-42b8-a114-51930b2cea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1666de-8781-40ec-ac5b-70b182165609" elementFormDefault="qualified">
    <xsd:import namespace="http://schemas.microsoft.com/office/2006/documentManagement/types"/>
    <xsd:import namespace="http://schemas.microsoft.com/office/infopath/2007/PartnerControls"/>
    <xsd:element name="SharedWithUsers" ma:index="21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ecdb89-24cf-4814-a3cb-f5ada4a8aae9" xsi:nil="true"/>
    <_dlc_DocId xmlns="6decdb89-24cf-4814-a3cb-f5ada4a8aae9">TMS00165-479189999-89228</_dlc_DocId>
    <_dlc_DocIdUrl xmlns="6decdb89-24cf-4814-a3cb-f5ada4a8aae9">
      <Url>https://zuiderzeeland.sharepoint.com/sites/TeamVoldoende/_layouts/15/DocIdRedir.aspx?ID=TMS00165-479189999-89228</Url>
      <Description>TMS00165-479189999-89228</Description>
    </_dlc_DocIdUrl>
    <SharedWithUsers xmlns="de1666de-8781-40ec-ac5b-70b182165609">
      <UserInfo>
        <DisplayName>Versteeg, Rudolf</DisplayName>
        <AccountId>402</AccountId>
        <AccountType/>
      </UserInfo>
    </SharedWithUsers>
    <Status xmlns="fb656c97-2269-4401-8d7b-276450e74df4" xsi:nil="true"/>
    <lcf76f155ced4ddcb4097134ff3c332f xmlns="fb656c97-2269-4401-8d7b-276450e74df4">
      <Terms xmlns="http://schemas.microsoft.com/office/infopath/2007/PartnerControls"/>
    </lcf76f155ced4ddcb4097134ff3c332f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156937-0230-45E1-AA25-6416C87E837C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3321C9D1-964F-4481-AD39-2569EF17B75D}">
  <ds:schemaRefs>
    <ds:schemaRef ds:uri="6decdb89-24cf-4814-a3cb-f5ada4a8aae9"/>
    <ds:schemaRef ds:uri="de1666de-8781-40ec-ac5b-70b182165609"/>
    <ds:schemaRef ds:uri="fb656c97-2269-4401-8d7b-276450e74d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39EDD56-5EF2-4870-BB8B-CE689DED8C92}">
  <ds:schemaRefs>
    <ds:schemaRef ds:uri="6decdb89-24cf-4814-a3cb-f5ada4a8aae9"/>
    <ds:schemaRef ds:uri="de1666de-8781-40ec-ac5b-70b182165609"/>
    <ds:schemaRef ds:uri="fb656c97-2269-4401-8d7b-276450e74df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EC560415-8209-4AED-9B76-A8205CEEF87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9810</TotalTime>
  <Words>170</Words>
  <Application>Microsoft Office PowerPoint</Application>
  <PresentationFormat>Diavoorstelling (4:3)</PresentationFormat>
  <Paragraphs>63</Paragraphs>
  <Slides>10</Slides>
  <Notes>7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3" baseType="lpstr">
      <vt:lpstr>Calibri</vt:lpstr>
      <vt:lpstr>Verdana</vt:lpstr>
      <vt:lpstr>Default Theme</vt:lpstr>
      <vt:lpstr>Validatietool HyDAMO Web-Client   Rudolf Versteeg</vt:lpstr>
      <vt:lpstr>Gegevensvraag</vt:lpstr>
      <vt:lpstr>PowerPoint-presentatie</vt:lpstr>
      <vt:lpstr>PowerPoint-presentatie</vt:lpstr>
      <vt:lpstr>Stap 0</vt:lpstr>
      <vt:lpstr>Voorbeeld: waterlopen</vt:lpstr>
      <vt:lpstr>Voorbeeld: waterlopen</vt:lpstr>
      <vt:lpstr>Wat kom je tegen?</vt:lpstr>
      <vt:lpstr>Vervolgstappen ‘1 en verder’</vt:lpstr>
      <vt:lpstr>Vragen?</vt:lpstr>
    </vt:vector>
  </TitlesOfParts>
  <Company>Waterschap Zuiderzeeland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Heuser, Michiel</dc:creator>
  <cp:lastModifiedBy>Versteeg, Rudolf</cp:lastModifiedBy>
  <cp:revision>1</cp:revision>
  <cp:lastPrinted>2022-12-22T08:00:37Z</cp:lastPrinted>
  <dcterms:created xsi:type="dcterms:W3CDTF">2021-09-15T12:48:30Z</dcterms:created>
  <dcterms:modified xsi:type="dcterms:W3CDTF">2023-02-09T09:01:15Z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0x010100EE21B1C363F7A5488717F330F0AC4A9A</vt:lpwstr>
  </property>
  <property fmtid="{D5CDD505-2E9C-101B-9397-08002B2CF9AE}" pid="3" name="_dlc_DocIdItemGuid">
    <vt:lpwstr>2a27548f-1f47-4c4a-93dd-87bb02f1b2fd</vt:lpwstr>
  </property>
  <property fmtid="{D5CDD505-2E9C-101B-9397-08002B2CF9AE}" pid="4" name="Documenttype">
    <vt:lpwstr/>
  </property>
  <property fmtid="{D5CDD505-2E9C-101B-9397-08002B2CF9AE}" pid="5" name="MediaServiceImageTags">
    <vt:lpwstr/>
  </property>
</Properties>
</file>